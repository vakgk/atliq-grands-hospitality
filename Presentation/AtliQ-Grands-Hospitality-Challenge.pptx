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7" r:id="rId5"/>
    <p:sldId id="259" r:id="rId6"/>
    <p:sldId id="260" r:id="rId7"/>
    <p:sldId id="265" r:id="rId8"/>
    <p:sldId id="266" r:id="rId9"/>
    <p:sldId id="261" r:id="rId10"/>
    <p:sldId id="262" r:id="rId11"/>
    <p:sldId id="264" r:id="rId12"/>
  </p:sldIdLst>
  <p:sldSz cx="14630400" cy="8229600"/>
  <p:notesSz cx="8229600" cy="14630400"/>
  <p:embeddedFontLst>
    <p:embeddedFont>
      <p:font typeface="Century" panose="02040604050505020304" pitchFamily="18" charset="0"/>
      <p:regular r:id="rId14"/>
    </p:embeddedFont>
    <p:embeddedFont>
      <p:font typeface="Red Hat Text" panose="020B0604020202020204" charset="0"/>
      <p:regular r:id="rId15"/>
    </p:embeddedFont>
    <p:embeddedFont>
      <p:font typeface="Roboto Light" panose="02000000000000000000" pitchFamily="2" charset="0"/>
      <p:regular r:id="rId16"/>
      <p:italic r:id="rId17"/>
    </p:embeddedFont>
    <p:embeddedFont>
      <p:font typeface="Roboto Medium" panose="02000000000000000000" pitchFamily="2" charset="0"/>
      <p:regular r:id="rId18"/>
      <p: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74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E9B1AA-194F-4B48-ACC5-1C3D5119E043}" type="doc">
      <dgm:prSet loTypeId="urn:microsoft.com/office/officeart/2005/8/layout/orgChart1" loCatId="hierarchy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DCDCF88-48D7-4184-9108-B46041464F02}">
      <dgm:prSet/>
      <dgm:spPr/>
      <dgm:t>
        <a:bodyPr/>
        <a:lstStyle/>
        <a:p>
          <a:r>
            <a:rPr lang="en-US"/>
            <a:t>ATLIQ GRANDS</a:t>
          </a:r>
        </a:p>
      </dgm:t>
    </dgm:pt>
    <dgm:pt modelId="{C795A2D3-7123-4B5A-9BF2-8A92CB1E70BE}" type="parTrans" cxnId="{1AA01EBC-75D2-4D7D-8120-2EDCA8DA2D34}">
      <dgm:prSet/>
      <dgm:spPr/>
      <dgm:t>
        <a:bodyPr/>
        <a:lstStyle/>
        <a:p>
          <a:endParaRPr lang="en-US"/>
        </a:p>
      </dgm:t>
    </dgm:pt>
    <dgm:pt modelId="{261FDD1E-1895-43FF-8F79-DBAFA1CECD6E}" type="sibTrans" cxnId="{1AA01EBC-75D2-4D7D-8120-2EDCA8DA2D34}">
      <dgm:prSet/>
      <dgm:spPr/>
      <dgm:t>
        <a:bodyPr/>
        <a:lstStyle/>
        <a:p>
          <a:endParaRPr lang="en-US"/>
        </a:p>
      </dgm:t>
    </dgm:pt>
    <dgm:pt modelId="{328D5368-0C44-4069-BF3B-D8681BCE5F54}">
      <dgm:prSet/>
      <dgm:spPr/>
      <dgm:t>
        <a:bodyPr/>
        <a:lstStyle/>
        <a:p>
          <a:r>
            <a:rPr lang="en-US"/>
            <a:t>Data</a:t>
          </a:r>
        </a:p>
      </dgm:t>
    </dgm:pt>
    <dgm:pt modelId="{CD6877CC-8563-4A8A-9452-44FDB7C91854}" type="parTrans" cxnId="{A9E6AB38-A1C6-4BB5-BE62-C0F5CADFA968}">
      <dgm:prSet/>
      <dgm:spPr/>
      <dgm:t>
        <a:bodyPr/>
        <a:lstStyle/>
        <a:p>
          <a:endParaRPr lang="en-US"/>
        </a:p>
      </dgm:t>
    </dgm:pt>
    <dgm:pt modelId="{57A6269E-1385-4D12-B3A7-02A65B0305AA}" type="sibTrans" cxnId="{A9E6AB38-A1C6-4BB5-BE62-C0F5CADFA968}">
      <dgm:prSet/>
      <dgm:spPr/>
      <dgm:t>
        <a:bodyPr/>
        <a:lstStyle/>
        <a:p>
          <a:endParaRPr lang="en-US"/>
        </a:p>
      </dgm:t>
    </dgm:pt>
    <dgm:pt modelId="{804E6DE6-21B6-4449-8FC7-C22EB3514499}">
      <dgm:prSet/>
      <dgm:spPr/>
      <dgm:t>
        <a:bodyPr/>
        <a:lstStyle/>
        <a:p>
          <a:r>
            <a:rPr lang="en-US"/>
            <a:t>May,2022</a:t>
          </a:r>
        </a:p>
      </dgm:t>
    </dgm:pt>
    <dgm:pt modelId="{6EE221AD-FBB9-4A1A-B3FA-FB09BCD9E657}" type="parTrans" cxnId="{CB1C5FBA-486F-4338-BDA6-3AD293DC9D93}">
      <dgm:prSet/>
      <dgm:spPr/>
      <dgm:t>
        <a:bodyPr/>
        <a:lstStyle/>
        <a:p>
          <a:endParaRPr lang="en-US"/>
        </a:p>
      </dgm:t>
    </dgm:pt>
    <dgm:pt modelId="{0E451016-2F84-4EE3-B356-3E6E1BB80AF6}" type="sibTrans" cxnId="{CB1C5FBA-486F-4338-BDA6-3AD293DC9D93}">
      <dgm:prSet/>
      <dgm:spPr/>
      <dgm:t>
        <a:bodyPr/>
        <a:lstStyle/>
        <a:p>
          <a:endParaRPr lang="en-US"/>
        </a:p>
      </dgm:t>
    </dgm:pt>
    <dgm:pt modelId="{C66E1E55-4303-4BD7-8B19-079F08BBB772}">
      <dgm:prSet/>
      <dgm:spPr/>
      <dgm:t>
        <a:bodyPr/>
        <a:lstStyle/>
        <a:p>
          <a:r>
            <a:rPr lang="en-US"/>
            <a:t>June,2022</a:t>
          </a:r>
        </a:p>
      </dgm:t>
    </dgm:pt>
    <dgm:pt modelId="{AE18632A-E895-4F8A-B83E-DA4CB1BA89B0}" type="parTrans" cxnId="{72AE785F-50CB-48DE-AE72-FC00E6E4740E}">
      <dgm:prSet/>
      <dgm:spPr/>
      <dgm:t>
        <a:bodyPr/>
        <a:lstStyle/>
        <a:p>
          <a:endParaRPr lang="en-US"/>
        </a:p>
      </dgm:t>
    </dgm:pt>
    <dgm:pt modelId="{9FD6DDD6-A5AE-45AD-AA06-B7D992E7C8F0}" type="sibTrans" cxnId="{72AE785F-50CB-48DE-AE72-FC00E6E4740E}">
      <dgm:prSet/>
      <dgm:spPr/>
      <dgm:t>
        <a:bodyPr/>
        <a:lstStyle/>
        <a:p>
          <a:endParaRPr lang="en-US"/>
        </a:p>
      </dgm:t>
    </dgm:pt>
    <dgm:pt modelId="{B909F135-01BC-4E71-B3FB-0CB9F9E6C989}">
      <dgm:prSet/>
      <dgm:spPr/>
      <dgm:t>
        <a:bodyPr/>
        <a:lstStyle/>
        <a:p>
          <a:r>
            <a:rPr lang="en-US"/>
            <a:t>July,2022    </a:t>
          </a:r>
        </a:p>
      </dgm:t>
    </dgm:pt>
    <dgm:pt modelId="{5B78B4D6-8E4E-493F-B7B0-CE9FE9601BE9}" type="parTrans" cxnId="{BC9D4352-6E13-43A7-83B8-D7416867D0EE}">
      <dgm:prSet/>
      <dgm:spPr/>
      <dgm:t>
        <a:bodyPr/>
        <a:lstStyle/>
        <a:p>
          <a:endParaRPr lang="en-US"/>
        </a:p>
      </dgm:t>
    </dgm:pt>
    <dgm:pt modelId="{930B98A1-FFAF-482F-83B4-AABB8EECEEEE}" type="sibTrans" cxnId="{BC9D4352-6E13-43A7-83B8-D7416867D0EE}">
      <dgm:prSet/>
      <dgm:spPr/>
      <dgm:t>
        <a:bodyPr/>
        <a:lstStyle/>
        <a:p>
          <a:endParaRPr lang="en-US"/>
        </a:p>
      </dgm:t>
    </dgm:pt>
    <dgm:pt modelId="{433B3555-73F3-40C0-BDC2-1F5B3DA86E9A}">
      <dgm:prSet/>
      <dgm:spPr/>
      <dgm:t>
        <a:bodyPr/>
        <a:lstStyle/>
        <a:p>
          <a:r>
            <a:rPr lang="en-US"/>
            <a:t>City</a:t>
          </a:r>
        </a:p>
      </dgm:t>
    </dgm:pt>
    <dgm:pt modelId="{8D559BE1-9DCC-451C-A50B-E07451BAA701}" type="parTrans" cxnId="{521934A1-8E0D-4572-AE49-0A9A56808ACF}">
      <dgm:prSet/>
      <dgm:spPr/>
      <dgm:t>
        <a:bodyPr/>
        <a:lstStyle/>
        <a:p>
          <a:endParaRPr lang="en-US"/>
        </a:p>
      </dgm:t>
    </dgm:pt>
    <dgm:pt modelId="{075954C6-DE9B-4293-817E-8167F21DA0F2}" type="sibTrans" cxnId="{521934A1-8E0D-4572-AE49-0A9A56808ACF}">
      <dgm:prSet/>
      <dgm:spPr/>
      <dgm:t>
        <a:bodyPr/>
        <a:lstStyle/>
        <a:p>
          <a:endParaRPr lang="en-US"/>
        </a:p>
      </dgm:t>
    </dgm:pt>
    <dgm:pt modelId="{D2BCB3DE-E497-4232-96C7-E1A9A40F1FF4}">
      <dgm:prSet/>
      <dgm:spPr/>
      <dgm:t>
        <a:bodyPr/>
        <a:lstStyle/>
        <a:p>
          <a:r>
            <a:rPr lang="en-US"/>
            <a:t>Delhi</a:t>
          </a:r>
        </a:p>
      </dgm:t>
    </dgm:pt>
    <dgm:pt modelId="{8D86A4C8-0479-46A6-9DB0-6399B1FE668E}" type="parTrans" cxnId="{F0ABBD8B-E309-4350-9308-9C49C4930D4F}">
      <dgm:prSet/>
      <dgm:spPr/>
      <dgm:t>
        <a:bodyPr/>
        <a:lstStyle/>
        <a:p>
          <a:endParaRPr lang="en-US"/>
        </a:p>
      </dgm:t>
    </dgm:pt>
    <dgm:pt modelId="{D34FB78D-5ED6-464E-BBE9-8EE51F47C018}" type="sibTrans" cxnId="{F0ABBD8B-E309-4350-9308-9C49C4930D4F}">
      <dgm:prSet/>
      <dgm:spPr/>
      <dgm:t>
        <a:bodyPr/>
        <a:lstStyle/>
        <a:p>
          <a:endParaRPr lang="en-US"/>
        </a:p>
      </dgm:t>
    </dgm:pt>
    <dgm:pt modelId="{38BC9BF9-16D9-4E9A-B15D-5CAA0D9CB65A}">
      <dgm:prSet/>
      <dgm:spPr/>
      <dgm:t>
        <a:bodyPr/>
        <a:lstStyle/>
        <a:p>
          <a:r>
            <a:rPr lang="en-US"/>
            <a:t>Mumbai</a:t>
          </a:r>
        </a:p>
      </dgm:t>
    </dgm:pt>
    <dgm:pt modelId="{ECA8D331-A3EB-4B96-8CB8-7C8A93AA64B4}" type="parTrans" cxnId="{B759251F-DCCD-46F9-8A37-015234A83C21}">
      <dgm:prSet/>
      <dgm:spPr/>
      <dgm:t>
        <a:bodyPr/>
        <a:lstStyle/>
        <a:p>
          <a:endParaRPr lang="en-US"/>
        </a:p>
      </dgm:t>
    </dgm:pt>
    <dgm:pt modelId="{E2DC62DF-DACE-4AB4-A86D-09E8519589C5}" type="sibTrans" cxnId="{B759251F-DCCD-46F9-8A37-015234A83C21}">
      <dgm:prSet/>
      <dgm:spPr/>
      <dgm:t>
        <a:bodyPr/>
        <a:lstStyle/>
        <a:p>
          <a:endParaRPr lang="en-US"/>
        </a:p>
      </dgm:t>
    </dgm:pt>
    <dgm:pt modelId="{4902BE87-889A-4DDA-AC0C-0C2D83D11FD3}">
      <dgm:prSet/>
      <dgm:spPr/>
      <dgm:t>
        <a:bodyPr/>
        <a:lstStyle/>
        <a:p>
          <a:r>
            <a:rPr lang="en-US"/>
            <a:t>Hyderabad</a:t>
          </a:r>
        </a:p>
      </dgm:t>
    </dgm:pt>
    <dgm:pt modelId="{74310B35-FA19-4CE1-A675-A1C7D15AC28D}" type="parTrans" cxnId="{5338E02B-F643-405E-9E37-6F4931FCA7C6}">
      <dgm:prSet/>
      <dgm:spPr/>
      <dgm:t>
        <a:bodyPr/>
        <a:lstStyle/>
        <a:p>
          <a:endParaRPr lang="en-US"/>
        </a:p>
      </dgm:t>
    </dgm:pt>
    <dgm:pt modelId="{6290EB00-3A48-489A-8AA5-4EEDAD8098A6}" type="sibTrans" cxnId="{5338E02B-F643-405E-9E37-6F4931FCA7C6}">
      <dgm:prSet/>
      <dgm:spPr/>
      <dgm:t>
        <a:bodyPr/>
        <a:lstStyle/>
        <a:p>
          <a:endParaRPr lang="en-US"/>
        </a:p>
      </dgm:t>
    </dgm:pt>
    <dgm:pt modelId="{7E18C692-2DF5-4CE8-8696-40FC7111316E}">
      <dgm:prSet/>
      <dgm:spPr/>
      <dgm:t>
        <a:bodyPr/>
        <a:lstStyle/>
        <a:p>
          <a:r>
            <a:rPr lang="en-US"/>
            <a:t>Bangalore</a:t>
          </a:r>
        </a:p>
      </dgm:t>
    </dgm:pt>
    <dgm:pt modelId="{AA9BBDDB-3E6B-4B17-BC95-EF077D8B4556}" type="parTrans" cxnId="{188555E5-9E09-43BC-A740-FAC077C4C291}">
      <dgm:prSet/>
      <dgm:spPr/>
      <dgm:t>
        <a:bodyPr/>
        <a:lstStyle/>
        <a:p>
          <a:endParaRPr lang="en-US"/>
        </a:p>
      </dgm:t>
    </dgm:pt>
    <dgm:pt modelId="{6DC243C0-DBB9-4FFF-BC96-319CDCBA23B4}" type="sibTrans" cxnId="{188555E5-9E09-43BC-A740-FAC077C4C291}">
      <dgm:prSet/>
      <dgm:spPr/>
      <dgm:t>
        <a:bodyPr/>
        <a:lstStyle/>
        <a:p>
          <a:endParaRPr lang="en-US"/>
        </a:p>
      </dgm:t>
    </dgm:pt>
    <dgm:pt modelId="{F3FF0B47-45F5-448A-8AD6-9D46D12DC4E2}">
      <dgm:prSet/>
      <dgm:spPr/>
      <dgm:t>
        <a:bodyPr/>
        <a:lstStyle/>
        <a:p>
          <a:r>
            <a:rPr lang="en-US"/>
            <a:t>Property_Names</a:t>
          </a:r>
        </a:p>
      </dgm:t>
    </dgm:pt>
    <dgm:pt modelId="{FF322DA9-D9CE-40F2-A874-CE17822DA996}" type="parTrans" cxnId="{EB633D6F-94C7-480B-8EFE-F33FABBC7D00}">
      <dgm:prSet/>
      <dgm:spPr/>
      <dgm:t>
        <a:bodyPr/>
        <a:lstStyle/>
        <a:p>
          <a:endParaRPr lang="en-US"/>
        </a:p>
      </dgm:t>
    </dgm:pt>
    <dgm:pt modelId="{546026D7-C559-4761-9452-FDD1D94B814D}" type="sibTrans" cxnId="{EB633D6F-94C7-480B-8EFE-F33FABBC7D00}">
      <dgm:prSet/>
      <dgm:spPr/>
      <dgm:t>
        <a:bodyPr/>
        <a:lstStyle/>
        <a:p>
          <a:endParaRPr lang="en-US"/>
        </a:p>
      </dgm:t>
    </dgm:pt>
    <dgm:pt modelId="{DF1E64B6-D1D5-426D-A734-ED13100753B4}">
      <dgm:prSet/>
      <dgm:spPr/>
      <dgm:t>
        <a:bodyPr/>
        <a:lstStyle/>
        <a:p>
          <a:r>
            <a:rPr lang="en-US"/>
            <a:t>Atliq Bay</a:t>
          </a:r>
        </a:p>
      </dgm:t>
    </dgm:pt>
    <dgm:pt modelId="{6505A816-7CC5-472E-81C0-19E89F0B7955}" type="parTrans" cxnId="{AD249C3C-71E5-41A2-BFA0-7886A9BDA6ED}">
      <dgm:prSet/>
      <dgm:spPr/>
      <dgm:t>
        <a:bodyPr/>
        <a:lstStyle/>
        <a:p>
          <a:endParaRPr lang="en-US"/>
        </a:p>
      </dgm:t>
    </dgm:pt>
    <dgm:pt modelId="{A48E74DC-BF3A-4079-8AFF-5408129EB1DB}" type="sibTrans" cxnId="{AD249C3C-71E5-41A2-BFA0-7886A9BDA6ED}">
      <dgm:prSet/>
      <dgm:spPr/>
      <dgm:t>
        <a:bodyPr/>
        <a:lstStyle/>
        <a:p>
          <a:endParaRPr lang="en-US"/>
        </a:p>
      </dgm:t>
    </dgm:pt>
    <dgm:pt modelId="{CAFE510D-2988-416F-953F-C179FBF03DFE}">
      <dgm:prSet/>
      <dgm:spPr/>
      <dgm:t>
        <a:bodyPr/>
        <a:lstStyle/>
        <a:p>
          <a:r>
            <a:rPr lang="en-US"/>
            <a:t>Atliq Blu</a:t>
          </a:r>
        </a:p>
      </dgm:t>
    </dgm:pt>
    <dgm:pt modelId="{9712C0D1-DEF5-44EE-B3EC-9CDB5F237570}" type="parTrans" cxnId="{41DEDBFE-8AD1-4250-8084-58080EFA485F}">
      <dgm:prSet/>
      <dgm:spPr/>
      <dgm:t>
        <a:bodyPr/>
        <a:lstStyle/>
        <a:p>
          <a:endParaRPr lang="en-US"/>
        </a:p>
      </dgm:t>
    </dgm:pt>
    <dgm:pt modelId="{CE6FC368-74F6-48DF-97D9-584B1740FBF9}" type="sibTrans" cxnId="{41DEDBFE-8AD1-4250-8084-58080EFA485F}">
      <dgm:prSet/>
      <dgm:spPr/>
      <dgm:t>
        <a:bodyPr/>
        <a:lstStyle/>
        <a:p>
          <a:endParaRPr lang="en-US"/>
        </a:p>
      </dgm:t>
    </dgm:pt>
    <dgm:pt modelId="{62FD8660-C1AB-47B5-BAFA-AFF60FDE4D07}">
      <dgm:prSet/>
      <dgm:spPr/>
      <dgm:t>
        <a:bodyPr/>
        <a:lstStyle/>
        <a:p>
          <a:r>
            <a:rPr lang="en-US"/>
            <a:t>Atliq City</a:t>
          </a:r>
        </a:p>
      </dgm:t>
    </dgm:pt>
    <dgm:pt modelId="{4E27A84B-7026-468D-A781-A6743FE8EB14}" type="parTrans" cxnId="{8EC78728-6BFD-4D63-87AC-8B90554A21E1}">
      <dgm:prSet/>
      <dgm:spPr/>
      <dgm:t>
        <a:bodyPr/>
        <a:lstStyle/>
        <a:p>
          <a:endParaRPr lang="en-US"/>
        </a:p>
      </dgm:t>
    </dgm:pt>
    <dgm:pt modelId="{ACC79A00-A980-45F1-BDEC-E9A1F6F2F316}" type="sibTrans" cxnId="{8EC78728-6BFD-4D63-87AC-8B90554A21E1}">
      <dgm:prSet/>
      <dgm:spPr/>
      <dgm:t>
        <a:bodyPr/>
        <a:lstStyle/>
        <a:p>
          <a:endParaRPr lang="en-US"/>
        </a:p>
      </dgm:t>
    </dgm:pt>
    <dgm:pt modelId="{C3050007-EC6A-43FD-B5AB-5B89F5A744B1}">
      <dgm:prSet/>
      <dgm:spPr/>
      <dgm:t>
        <a:bodyPr/>
        <a:lstStyle/>
        <a:p>
          <a:r>
            <a:rPr lang="en-US"/>
            <a:t>Atliq Exotica</a:t>
          </a:r>
        </a:p>
      </dgm:t>
    </dgm:pt>
    <dgm:pt modelId="{D2706E7C-4757-4EB5-8532-731B741F48BB}" type="parTrans" cxnId="{569E1DD1-D765-43A3-8282-F1C1FC946863}">
      <dgm:prSet/>
      <dgm:spPr/>
      <dgm:t>
        <a:bodyPr/>
        <a:lstStyle/>
        <a:p>
          <a:endParaRPr lang="en-US"/>
        </a:p>
      </dgm:t>
    </dgm:pt>
    <dgm:pt modelId="{08C7E623-17D2-435B-8744-CFB44C68640D}" type="sibTrans" cxnId="{569E1DD1-D765-43A3-8282-F1C1FC946863}">
      <dgm:prSet/>
      <dgm:spPr/>
      <dgm:t>
        <a:bodyPr/>
        <a:lstStyle/>
        <a:p>
          <a:endParaRPr lang="en-US"/>
        </a:p>
      </dgm:t>
    </dgm:pt>
    <dgm:pt modelId="{03B05AF0-F40A-4066-AB93-BC46C8446E27}">
      <dgm:prSet/>
      <dgm:spPr/>
      <dgm:t>
        <a:bodyPr/>
        <a:lstStyle/>
        <a:p>
          <a:r>
            <a:rPr lang="en-US"/>
            <a:t>Atliq Grands</a:t>
          </a:r>
        </a:p>
      </dgm:t>
    </dgm:pt>
    <dgm:pt modelId="{DB12AFC7-E39A-4C70-B19A-3973C785AC55}" type="parTrans" cxnId="{6B5FDB68-EDFA-41C9-81F9-607059B6DF7D}">
      <dgm:prSet/>
      <dgm:spPr/>
      <dgm:t>
        <a:bodyPr/>
        <a:lstStyle/>
        <a:p>
          <a:endParaRPr lang="en-US"/>
        </a:p>
      </dgm:t>
    </dgm:pt>
    <dgm:pt modelId="{DD3D497A-CC23-4139-871C-9DAAC4EF5419}" type="sibTrans" cxnId="{6B5FDB68-EDFA-41C9-81F9-607059B6DF7D}">
      <dgm:prSet/>
      <dgm:spPr/>
      <dgm:t>
        <a:bodyPr/>
        <a:lstStyle/>
        <a:p>
          <a:endParaRPr lang="en-US"/>
        </a:p>
      </dgm:t>
    </dgm:pt>
    <dgm:pt modelId="{031B552B-AE11-4E41-B38F-97DFE1868DD3}">
      <dgm:prSet/>
      <dgm:spPr/>
      <dgm:t>
        <a:bodyPr/>
        <a:lstStyle/>
        <a:p>
          <a:r>
            <a:rPr lang="en-US"/>
            <a:t>Atliq Place</a:t>
          </a:r>
        </a:p>
      </dgm:t>
    </dgm:pt>
    <dgm:pt modelId="{848993B4-A30C-411D-96CE-6936B8AA505A}" type="parTrans" cxnId="{BA539EC2-EC08-4333-B7A8-E6D41B957756}">
      <dgm:prSet/>
      <dgm:spPr/>
      <dgm:t>
        <a:bodyPr/>
        <a:lstStyle/>
        <a:p>
          <a:endParaRPr lang="en-US"/>
        </a:p>
      </dgm:t>
    </dgm:pt>
    <dgm:pt modelId="{8299C262-B5D7-4655-ABB0-F9F0B9A527AF}" type="sibTrans" cxnId="{BA539EC2-EC08-4333-B7A8-E6D41B957756}">
      <dgm:prSet/>
      <dgm:spPr/>
      <dgm:t>
        <a:bodyPr/>
        <a:lstStyle/>
        <a:p>
          <a:endParaRPr lang="en-US"/>
        </a:p>
      </dgm:t>
    </dgm:pt>
    <dgm:pt modelId="{6F8AF3F4-2697-4A97-8884-191EC27651E3}">
      <dgm:prSet/>
      <dgm:spPr/>
      <dgm:t>
        <a:bodyPr/>
        <a:lstStyle/>
        <a:p>
          <a:r>
            <a:rPr lang="en-US"/>
            <a:t>Atliq Seasons</a:t>
          </a:r>
        </a:p>
      </dgm:t>
    </dgm:pt>
    <dgm:pt modelId="{1D584FC9-7D1E-494A-9763-F4B22CCC8D0C}" type="parTrans" cxnId="{A4803AAE-A9D7-4469-9B91-6B3C8863AA47}">
      <dgm:prSet/>
      <dgm:spPr/>
      <dgm:t>
        <a:bodyPr/>
        <a:lstStyle/>
        <a:p>
          <a:endParaRPr lang="en-US"/>
        </a:p>
      </dgm:t>
    </dgm:pt>
    <dgm:pt modelId="{4EEAA721-E0DF-4FE1-B891-1B6E7D61F17B}" type="sibTrans" cxnId="{A4803AAE-A9D7-4469-9B91-6B3C8863AA47}">
      <dgm:prSet/>
      <dgm:spPr/>
      <dgm:t>
        <a:bodyPr/>
        <a:lstStyle/>
        <a:p>
          <a:endParaRPr lang="en-US"/>
        </a:p>
      </dgm:t>
    </dgm:pt>
    <dgm:pt modelId="{7C1A57EA-7057-4288-9AAE-258C28B5E35A}">
      <dgm:prSet/>
      <dgm:spPr/>
      <dgm:t>
        <a:bodyPr/>
        <a:lstStyle/>
        <a:p>
          <a:r>
            <a:rPr lang="en-US"/>
            <a:t>Category</a:t>
          </a:r>
        </a:p>
      </dgm:t>
    </dgm:pt>
    <dgm:pt modelId="{38D1F7C2-32B4-45DE-919B-3281748C146E}" type="parTrans" cxnId="{B0634B14-62AA-4DAC-865E-D5A00FD0560A}">
      <dgm:prSet/>
      <dgm:spPr/>
      <dgm:t>
        <a:bodyPr/>
        <a:lstStyle/>
        <a:p>
          <a:endParaRPr lang="en-US"/>
        </a:p>
      </dgm:t>
    </dgm:pt>
    <dgm:pt modelId="{5D4922B1-EA1A-4011-9B76-3C8354CCD68F}" type="sibTrans" cxnId="{B0634B14-62AA-4DAC-865E-D5A00FD0560A}">
      <dgm:prSet/>
      <dgm:spPr/>
      <dgm:t>
        <a:bodyPr/>
        <a:lstStyle/>
        <a:p>
          <a:endParaRPr lang="en-US"/>
        </a:p>
      </dgm:t>
    </dgm:pt>
    <dgm:pt modelId="{0FDA6549-49F2-4859-B11F-B05005687E49}">
      <dgm:prSet/>
      <dgm:spPr/>
      <dgm:t>
        <a:bodyPr/>
        <a:lstStyle/>
        <a:p>
          <a:r>
            <a:rPr lang="en-US"/>
            <a:t>Luxury</a:t>
          </a:r>
        </a:p>
      </dgm:t>
    </dgm:pt>
    <dgm:pt modelId="{BC0DF71A-16BC-4812-9D8A-EE9634A5FE3B}" type="parTrans" cxnId="{0B901307-0762-43C1-8F07-43B383AEB82C}">
      <dgm:prSet/>
      <dgm:spPr/>
      <dgm:t>
        <a:bodyPr/>
        <a:lstStyle/>
        <a:p>
          <a:endParaRPr lang="en-US"/>
        </a:p>
      </dgm:t>
    </dgm:pt>
    <dgm:pt modelId="{2420D35D-8BAA-41B8-BF1E-6D1612B2C91B}" type="sibTrans" cxnId="{0B901307-0762-43C1-8F07-43B383AEB82C}">
      <dgm:prSet/>
      <dgm:spPr/>
      <dgm:t>
        <a:bodyPr/>
        <a:lstStyle/>
        <a:p>
          <a:endParaRPr lang="en-US"/>
        </a:p>
      </dgm:t>
    </dgm:pt>
    <dgm:pt modelId="{81CFCAD7-4718-4D8C-9CD2-469513311B06}">
      <dgm:prSet/>
      <dgm:spPr/>
      <dgm:t>
        <a:bodyPr/>
        <a:lstStyle/>
        <a:p>
          <a:r>
            <a:rPr lang="en-US"/>
            <a:t>Business</a:t>
          </a:r>
        </a:p>
      </dgm:t>
    </dgm:pt>
    <dgm:pt modelId="{6DBBF120-5D43-48DD-ABD3-CEE14F0D3FB3}" type="parTrans" cxnId="{3928BE4F-0D75-4CA1-B5FF-432DDCFC700C}">
      <dgm:prSet/>
      <dgm:spPr/>
      <dgm:t>
        <a:bodyPr/>
        <a:lstStyle/>
        <a:p>
          <a:endParaRPr lang="en-US"/>
        </a:p>
      </dgm:t>
    </dgm:pt>
    <dgm:pt modelId="{952CD5BB-FFB5-4821-AE6E-7DF81A34490A}" type="sibTrans" cxnId="{3928BE4F-0D75-4CA1-B5FF-432DDCFC700C}">
      <dgm:prSet/>
      <dgm:spPr/>
      <dgm:t>
        <a:bodyPr/>
        <a:lstStyle/>
        <a:p>
          <a:endParaRPr lang="en-US"/>
        </a:p>
      </dgm:t>
    </dgm:pt>
    <dgm:pt modelId="{1AF11885-49EB-455D-92A1-01C7CD1F69A5}">
      <dgm:prSet/>
      <dgm:spPr/>
      <dgm:t>
        <a:bodyPr/>
        <a:lstStyle/>
        <a:p>
          <a:r>
            <a:rPr lang="en-US"/>
            <a:t>Room_Class</a:t>
          </a:r>
        </a:p>
      </dgm:t>
    </dgm:pt>
    <dgm:pt modelId="{5A87CC25-5C45-4E25-9FB2-3E49F6540EC4}" type="parTrans" cxnId="{E3F57A2C-5F55-4C67-BEBF-C0F9FF9E86D9}">
      <dgm:prSet/>
      <dgm:spPr/>
      <dgm:t>
        <a:bodyPr/>
        <a:lstStyle/>
        <a:p>
          <a:endParaRPr lang="en-US"/>
        </a:p>
      </dgm:t>
    </dgm:pt>
    <dgm:pt modelId="{91450973-E3D7-4EBC-A4D9-476C8C189191}" type="sibTrans" cxnId="{E3F57A2C-5F55-4C67-BEBF-C0F9FF9E86D9}">
      <dgm:prSet/>
      <dgm:spPr/>
      <dgm:t>
        <a:bodyPr/>
        <a:lstStyle/>
        <a:p>
          <a:endParaRPr lang="en-US"/>
        </a:p>
      </dgm:t>
    </dgm:pt>
    <dgm:pt modelId="{0DE88D32-64B4-40CB-A2B1-65B158B86614}">
      <dgm:prSet/>
      <dgm:spPr/>
      <dgm:t>
        <a:bodyPr/>
        <a:lstStyle/>
        <a:p>
          <a:r>
            <a:rPr lang="en-US"/>
            <a:t>Standard</a:t>
          </a:r>
        </a:p>
      </dgm:t>
    </dgm:pt>
    <dgm:pt modelId="{F45244FB-043D-4F50-B01E-9A7E622F5D87}" type="parTrans" cxnId="{1F08EBE9-1E3B-4E68-985B-240F4CD858DC}">
      <dgm:prSet/>
      <dgm:spPr/>
      <dgm:t>
        <a:bodyPr/>
        <a:lstStyle/>
        <a:p>
          <a:endParaRPr lang="en-US"/>
        </a:p>
      </dgm:t>
    </dgm:pt>
    <dgm:pt modelId="{E1B62D50-21D8-49B5-8859-E7212E135234}" type="sibTrans" cxnId="{1F08EBE9-1E3B-4E68-985B-240F4CD858DC}">
      <dgm:prSet/>
      <dgm:spPr/>
      <dgm:t>
        <a:bodyPr/>
        <a:lstStyle/>
        <a:p>
          <a:endParaRPr lang="en-US"/>
        </a:p>
      </dgm:t>
    </dgm:pt>
    <dgm:pt modelId="{420245FE-E30A-44BB-AAD5-A02187413D66}">
      <dgm:prSet/>
      <dgm:spPr/>
      <dgm:t>
        <a:bodyPr/>
        <a:lstStyle/>
        <a:p>
          <a:r>
            <a:rPr lang="en-US"/>
            <a:t>Elite</a:t>
          </a:r>
        </a:p>
      </dgm:t>
    </dgm:pt>
    <dgm:pt modelId="{A5344299-A489-4F19-B494-C154CD8B4E34}" type="parTrans" cxnId="{F5DE208F-2CC6-4CE7-8D5D-4AA507A916B0}">
      <dgm:prSet/>
      <dgm:spPr/>
      <dgm:t>
        <a:bodyPr/>
        <a:lstStyle/>
        <a:p>
          <a:endParaRPr lang="en-US"/>
        </a:p>
      </dgm:t>
    </dgm:pt>
    <dgm:pt modelId="{657EAC59-9963-49B9-9B12-B92C8AD3D7B0}" type="sibTrans" cxnId="{F5DE208F-2CC6-4CE7-8D5D-4AA507A916B0}">
      <dgm:prSet/>
      <dgm:spPr/>
      <dgm:t>
        <a:bodyPr/>
        <a:lstStyle/>
        <a:p>
          <a:endParaRPr lang="en-US"/>
        </a:p>
      </dgm:t>
    </dgm:pt>
    <dgm:pt modelId="{2FAEDA01-97FA-4F59-B715-84AEC6CE4DE2}">
      <dgm:prSet/>
      <dgm:spPr/>
      <dgm:t>
        <a:bodyPr/>
        <a:lstStyle/>
        <a:p>
          <a:r>
            <a:rPr lang="en-US"/>
            <a:t>Premium</a:t>
          </a:r>
        </a:p>
      </dgm:t>
    </dgm:pt>
    <dgm:pt modelId="{102E3E90-792A-4DC4-AEC1-F41748AF417A}" type="parTrans" cxnId="{018925F3-BD72-46C2-B77D-85C1F9FD1E6C}">
      <dgm:prSet/>
      <dgm:spPr/>
      <dgm:t>
        <a:bodyPr/>
        <a:lstStyle/>
        <a:p>
          <a:endParaRPr lang="en-US"/>
        </a:p>
      </dgm:t>
    </dgm:pt>
    <dgm:pt modelId="{A3E6BA1C-0610-43C7-B1B2-E2DD31F045FA}" type="sibTrans" cxnId="{018925F3-BD72-46C2-B77D-85C1F9FD1E6C}">
      <dgm:prSet/>
      <dgm:spPr/>
      <dgm:t>
        <a:bodyPr/>
        <a:lstStyle/>
        <a:p>
          <a:endParaRPr lang="en-US"/>
        </a:p>
      </dgm:t>
    </dgm:pt>
    <dgm:pt modelId="{32C3A8B7-67D8-4C91-8823-1F5280D64136}">
      <dgm:prSet/>
      <dgm:spPr/>
      <dgm:t>
        <a:bodyPr/>
        <a:lstStyle/>
        <a:p>
          <a:r>
            <a:rPr lang="en-US"/>
            <a:t>Presidential</a:t>
          </a:r>
        </a:p>
      </dgm:t>
    </dgm:pt>
    <dgm:pt modelId="{0BCCB373-8423-4828-B9CB-8D403AA6DD62}" type="parTrans" cxnId="{DFED17AE-FA53-44CD-ACF7-7C585EAE347C}">
      <dgm:prSet/>
      <dgm:spPr/>
      <dgm:t>
        <a:bodyPr/>
        <a:lstStyle/>
        <a:p>
          <a:endParaRPr lang="en-US"/>
        </a:p>
      </dgm:t>
    </dgm:pt>
    <dgm:pt modelId="{088461F0-7548-40C1-AF7D-72435E5154F7}" type="sibTrans" cxnId="{DFED17AE-FA53-44CD-ACF7-7C585EAE347C}">
      <dgm:prSet/>
      <dgm:spPr/>
      <dgm:t>
        <a:bodyPr/>
        <a:lstStyle/>
        <a:p>
          <a:endParaRPr lang="en-US"/>
        </a:p>
      </dgm:t>
    </dgm:pt>
    <dgm:pt modelId="{95D58555-5B2B-44EB-8D51-65F708FC105E}" type="pres">
      <dgm:prSet presAssocID="{17E9B1AA-194F-4B48-ACC5-1C3D5119E043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2A7BA52-ADFD-48A7-BA46-738DD1B9A3BD}" type="pres">
      <dgm:prSet presAssocID="{5DCDCF88-48D7-4184-9108-B46041464F02}" presName="hierRoot1" presStyleCnt="0">
        <dgm:presLayoutVars>
          <dgm:hierBranch val="init"/>
        </dgm:presLayoutVars>
      </dgm:prSet>
      <dgm:spPr/>
    </dgm:pt>
    <dgm:pt modelId="{BDD7C312-7976-42EF-BB78-5553828DF718}" type="pres">
      <dgm:prSet presAssocID="{5DCDCF88-48D7-4184-9108-B46041464F02}" presName="rootComposite1" presStyleCnt="0"/>
      <dgm:spPr/>
    </dgm:pt>
    <dgm:pt modelId="{7BA9874F-4E1C-420C-999A-BEB722DB8C5C}" type="pres">
      <dgm:prSet presAssocID="{5DCDCF88-48D7-4184-9108-B46041464F02}" presName="rootText1" presStyleLbl="node0" presStyleIdx="0" presStyleCnt="1">
        <dgm:presLayoutVars>
          <dgm:chPref val="3"/>
        </dgm:presLayoutVars>
      </dgm:prSet>
      <dgm:spPr/>
    </dgm:pt>
    <dgm:pt modelId="{B83B964D-4027-45B5-B267-66CCC74767BD}" type="pres">
      <dgm:prSet presAssocID="{5DCDCF88-48D7-4184-9108-B46041464F02}" presName="rootConnector1" presStyleLbl="node1" presStyleIdx="0" presStyleCnt="0"/>
      <dgm:spPr/>
    </dgm:pt>
    <dgm:pt modelId="{1FDAB54A-6834-4DE6-BF02-3A3F05287F5D}" type="pres">
      <dgm:prSet presAssocID="{5DCDCF88-48D7-4184-9108-B46041464F02}" presName="hierChild2" presStyleCnt="0"/>
      <dgm:spPr/>
    </dgm:pt>
    <dgm:pt modelId="{CA017B30-C280-46F7-8869-0B44F3F63368}" type="pres">
      <dgm:prSet presAssocID="{CD6877CC-8563-4A8A-9452-44FDB7C91854}" presName="Name37" presStyleLbl="parChTrans1D2" presStyleIdx="0" presStyleCnt="5"/>
      <dgm:spPr/>
    </dgm:pt>
    <dgm:pt modelId="{7372E413-911E-4998-88C9-BA2EF93967D1}" type="pres">
      <dgm:prSet presAssocID="{328D5368-0C44-4069-BF3B-D8681BCE5F54}" presName="hierRoot2" presStyleCnt="0">
        <dgm:presLayoutVars>
          <dgm:hierBranch val="init"/>
        </dgm:presLayoutVars>
      </dgm:prSet>
      <dgm:spPr/>
    </dgm:pt>
    <dgm:pt modelId="{C84612F6-F1AD-4C19-A849-F22D75B3CB1E}" type="pres">
      <dgm:prSet presAssocID="{328D5368-0C44-4069-BF3B-D8681BCE5F54}" presName="rootComposite" presStyleCnt="0"/>
      <dgm:spPr/>
    </dgm:pt>
    <dgm:pt modelId="{AC590782-ECBF-4B57-9DA2-5BFE9CFC2042}" type="pres">
      <dgm:prSet presAssocID="{328D5368-0C44-4069-BF3B-D8681BCE5F54}" presName="rootText" presStyleLbl="node2" presStyleIdx="0" presStyleCnt="5">
        <dgm:presLayoutVars>
          <dgm:chPref val="3"/>
        </dgm:presLayoutVars>
      </dgm:prSet>
      <dgm:spPr/>
    </dgm:pt>
    <dgm:pt modelId="{D0CBEF5E-EC99-4C88-92CC-2D033EB5157E}" type="pres">
      <dgm:prSet presAssocID="{328D5368-0C44-4069-BF3B-D8681BCE5F54}" presName="rootConnector" presStyleLbl="node2" presStyleIdx="0" presStyleCnt="5"/>
      <dgm:spPr/>
    </dgm:pt>
    <dgm:pt modelId="{2E40A677-EBF3-4708-9163-97E27CA2253D}" type="pres">
      <dgm:prSet presAssocID="{328D5368-0C44-4069-BF3B-D8681BCE5F54}" presName="hierChild4" presStyleCnt="0"/>
      <dgm:spPr/>
    </dgm:pt>
    <dgm:pt modelId="{A1E400F9-0FE9-41AC-8954-95186AD83A43}" type="pres">
      <dgm:prSet presAssocID="{6EE221AD-FBB9-4A1A-B3FA-FB09BCD9E657}" presName="Name37" presStyleLbl="parChTrans1D3" presStyleIdx="0" presStyleCnt="20"/>
      <dgm:spPr/>
    </dgm:pt>
    <dgm:pt modelId="{9A5A93F4-9B87-4CAC-9570-C6F223BB8C16}" type="pres">
      <dgm:prSet presAssocID="{804E6DE6-21B6-4449-8FC7-C22EB3514499}" presName="hierRoot2" presStyleCnt="0">
        <dgm:presLayoutVars>
          <dgm:hierBranch val="init"/>
        </dgm:presLayoutVars>
      </dgm:prSet>
      <dgm:spPr/>
    </dgm:pt>
    <dgm:pt modelId="{C644E0C1-5C18-440C-BC4B-2A6B38AA8650}" type="pres">
      <dgm:prSet presAssocID="{804E6DE6-21B6-4449-8FC7-C22EB3514499}" presName="rootComposite" presStyleCnt="0"/>
      <dgm:spPr/>
    </dgm:pt>
    <dgm:pt modelId="{56852AD6-4E20-42F0-B824-FCB8538430E1}" type="pres">
      <dgm:prSet presAssocID="{804E6DE6-21B6-4449-8FC7-C22EB3514499}" presName="rootText" presStyleLbl="node3" presStyleIdx="0" presStyleCnt="20">
        <dgm:presLayoutVars>
          <dgm:chPref val="3"/>
        </dgm:presLayoutVars>
      </dgm:prSet>
      <dgm:spPr/>
    </dgm:pt>
    <dgm:pt modelId="{8C532492-681B-4DC3-92B6-A23DF23D3608}" type="pres">
      <dgm:prSet presAssocID="{804E6DE6-21B6-4449-8FC7-C22EB3514499}" presName="rootConnector" presStyleLbl="node3" presStyleIdx="0" presStyleCnt="20"/>
      <dgm:spPr/>
    </dgm:pt>
    <dgm:pt modelId="{5BA757AF-9CE6-421C-A6CB-ACE0AB294E72}" type="pres">
      <dgm:prSet presAssocID="{804E6DE6-21B6-4449-8FC7-C22EB3514499}" presName="hierChild4" presStyleCnt="0"/>
      <dgm:spPr/>
    </dgm:pt>
    <dgm:pt modelId="{7E2012AF-0201-4272-A3D4-84ACA7290E61}" type="pres">
      <dgm:prSet presAssocID="{804E6DE6-21B6-4449-8FC7-C22EB3514499}" presName="hierChild5" presStyleCnt="0"/>
      <dgm:spPr/>
    </dgm:pt>
    <dgm:pt modelId="{1D5B8D0B-68EE-4E7E-962A-80562E89E507}" type="pres">
      <dgm:prSet presAssocID="{AE18632A-E895-4F8A-B83E-DA4CB1BA89B0}" presName="Name37" presStyleLbl="parChTrans1D3" presStyleIdx="1" presStyleCnt="20"/>
      <dgm:spPr/>
    </dgm:pt>
    <dgm:pt modelId="{32888557-2DF2-493B-AE13-E6890675C286}" type="pres">
      <dgm:prSet presAssocID="{C66E1E55-4303-4BD7-8B19-079F08BBB772}" presName="hierRoot2" presStyleCnt="0">
        <dgm:presLayoutVars>
          <dgm:hierBranch val="init"/>
        </dgm:presLayoutVars>
      </dgm:prSet>
      <dgm:spPr/>
    </dgm:pt>
    <dgm:pt modelId="{1AB19D5B-B1A7-4294-9E18-5E7B19EFDC4F}" type="pres">
      <dgm:prSet presAssocID="{C66E1E55-4303-4BD7-8B19-079F08BBB772}" presName="rootComposite" presStyleCnt="0"/>
      <dgm:spPr/>
    </dgm:pt>
    <dgm:pt modelId="{7DB9C1D4-643E-4E28-9925-6F3AFAB541D5}" type="pres">
      <dgm:prSet presAssocID="{C66E1E55-4303-4BD7-8B19-079F08BBB772}" presName="rootText" presStyleLbl="node3" presStyleIdx="1" presStyleCnt="20">
        <dgm:presLayoutVars>
          <dgm:chPref val="3"/>
        </dgm:presLayoutVars>
      </dgm:prSet>
      <dgm:spPr/>
    </dgm:pt>
    <dgm:pt modelId="{85AF105D-D4A7-4CF2-8C89-DB4956C2DE3C}" type="pres">
      <dgm:prSet presAssocID="{C66E1E55-4303-4BD7-8B19-079F08BBB772}" presName="rootConnector" presStyleLbl="node3" presStyleIdx="1" presStyleCnt="20"/>
      <dgm:spPr/>
    </dgm:pt>
    <dgm:pt modelId="{CE9657AC-57CD-41CC-ABF7-82F353E4A504}" type="pres">
      <dgm:prSet presAssocID="{C66E1E55-4303-4BD7-8B19-079F08BBB772}" presName="hierChild4" presStyleCnt="0"/>
      <dgm:spPr/>
    </dgm:pt>
    <dgm:pt modelId="{0D3E7F82-2E36-461F-A36F-425A2C94EE5F}" type="pres">
      <dgm:prSet presAssocID="{C66E1E55-4303-4BD7-8B19-079F08BBB772}" presName="hierChild5" presStyleCnt="0"/>
      <dgm:spPr/>
    </dgm:pt>
    <dgm:pt modelId="{F21319A9-9236-4F64-B90A-A07F49E307AA}" type="pres">
      <dgm:prSet presAssocID="{5B78B4D6-8E4E-493F-B7B0-CE9FE9601BE9}" presName="Name37" presStyleLbl="parChTrans1D3" presStyleIdx="2" presStyleCnt="20"/>
      <dgm:spPr/>
    </dgm:pt>
    <dgm:pt modelId="{56CB62A4-B6C2-4944-84C1-A8D98DC2AA83}" type="pres">
      <dgm:prSet presAssocID="{B909F135-01BC-4E71-B3FB-0CB9F9E6C989}" presName="hierRoot2" presStyleCnt="0">
        <dgm:presLayoutVars>
          <dgm:hierBranch val="init"/>
        </dgm:presLayoutVars>
      </dgm:prSet>
      <dgm:spPr/>
    </dgm:pt>
    <dgm:pt modelId="{8803FBB3-78A2-4EDC-9F1E-1CB5D07B5326}" type="pres">
      <dgm:prSet presAssocID="{B909F135-01BC-4E71-B3FB-0CB9F9E6C989}" presName="rootComposite" presStyleCnt="0"/>
      <dgm:spPr/>
    </dgm:pt>
    <dgm:pt modelId="{C3443C9F-B914-4102-99A0-2E52791C2E1E}" type="pres">
      <dgm:prSet presAssocID="{B909F135-01BC-4E71-B3FB-0CB9F9E6C989}" presName="rootText" presStyleLbl="node3" presStyleIdx="2" presStyleCnt="20">
        <dgm:presLayoutVars>
          <dgm:chPref val="3"/>
        </dgm:presLayoutVars>
      </dgm:prSet>
      <dgm:spPr/>
    </dgm:pt>
    <dgm:pt modelId="{DF738623-4D38-4983-8DA2-D0472F1B0561}" type="pres">
      <dgm:prSet presAssocID="{B909F135-01BC-4E71-B3FB-0CB9F9E6C989}" presName="rootConnector" presStyleLbl="node3" presStyleIdx="2" presStyleCnt="20"/>
      <dgm:spPr/>
    </dgm:pt>
    <dgm:pt modelId="{FF3BBBBF-7F1E-42E8-90F6-EF84F4F4D31D}" type="pres">
      <dgm:prSet presAssocID="{B909F135-01BC-4E71-B3FB-0CB9F9E6C989}" presName="hierChild4" presStyleCnt="0"/>
      <dgm:spPr/>
    </dgm:pt>
    <dgm:pt modelId="{6A7B9D71-D19D-4504-A673-421F4B31AE88}" type="pres">
      <dgm:prSet presAssocID="{B909F135-01BC-4E71-B3FB-0CB9F9E6C989}" presName="hierChild5" presStyleCnt="0"/>
      <dgm:spPr/>
    </dgm:pt>
    <dgm:pt modelId="{4DFD0C44-53F9-4551-A4A7-6D7946DD2BC0}" type="pres">
      <dgm:prSet presAssocID="{328D5368-0C44-4069-BF3B-D8681BCE5F54}" presName="hierChild5" presStyleCnt="0"/>
      <dgm:spPr/>
    </dgm:pt>
    <dgm:pt modelId="{BE942C59-1A0F-4B9B-9D88-B01E43ED8136}" type="pres">
      <dgm:prSet presAssocID="{8D559BE1-9DCC-451C-A50B-E07451BAA701}" presName="Name37" presStyleLbl="parChTrans1D2" presStyleIdx="1" presStyleCnt="5"/>
      <dgm:spPr/>
    </dgm:pt>
    <dgm:pt modelId="{37E3AF24-ED6D-4AA9-B9D0-F301197A90A6}" type="pres">
      <dgm:prSet presAssocID="{433B3555-73F3-40C0-BDC2-1F5B3DA86E9A}" presName="hierRoot2" presStyleCnt="0">
        <dgm:presLayoutVars>
          <dgm:hierBranch val="init"/>
        </dgm:presLayoutVars>
      </dgm:prSet>
      <dgm:spPr/>
    </dgm:pt>
    <dgm:pt modelId="{35B777A6-002B-45FE-9A19-B23A2A605EA0}" type="pres">
      <dgm:prSet presAssocID="{433B3555-73F3-40C0-BDC2-1F5B3DA86E9A}" presName="rootComposite" presStyleCnt="0"/>
      <dgm:spPr/>
    </dgm:pt>
    <dgm:pt modelId="{0EC6B487-6DD0-44D6-A44A-214BA6498226}" type="pres">
      <dgm:prSet presAssocID="{433B3555-73F3-40C0-BDC2-1F5B3DA86E9A}" presName="rootText" presStyleLbl="node2" presStyleIdx="1" presStyleCnt="5">
        <dgm:presLayoutVars>
          <dgm:chPref val="3"/>
        </dgm:presLayoutVars>
      </dgm:prSet>
      <dgm:spPr/>
    </dgm:pt>
    <dgm:pt modelId="{812B2242-09A3-4E0F-9F03-D56A15DD0D88}" type="pres">
      <dgm:prSet presAssocID="{433B3555-73F3-40C0-BDC2-1F5B3DA86E9A}" presName="rootConnector" presStyleLbl="node2" presStyleIdx="1" presStyleCnt="5"/>
      <dgm:spPr/>
    </dgm:pt>
    <dgm:pt modelId="{2CF2F8D2-5BDB-4AA4-9928-4666B504C0EB}" type="pres">
      <dgm:prSet presAssocID="{433B3555-73F3-40C0-BDC2-1F5B3DA86E9A}" presName="hierChild4" presStyleCnt="0"/>
      <dgm:spPr/>
    </dgm:pt>
    <dgm:pt modelId="{A5EEFD21-4B0C-4A6E-A8FE-BD67B59783C9}" type="pres">
      <dgm:prSet presAssocID="{8D86A4C8-0479-46A6-9DB0-6399B1FE668E}" presName="Name37" presStyleLbl="parChTrans1D3" presStyleIdx="3" presStyleCnt="20"/>
      <dgm:spPr/>
    </dgm:pt>
    <dgm:pt modelId="{D592642C-784E-459F-BA37-927E8E0E7825}" type="pres">
      <dgm:prSet presAssocID="{D2BCB3DE-E497-4232-96C7-E1A9A40F1FF4}" presName="hierRoot2" presStyleCnt="0">
        <dgm:presLayoutVars>
          <dgm:hierBranch val="init"/>
        </dgm:presLayoutVars>
      </dgm:prSet>
      <dgm:spPr/>
    </dgm:pt>
    <dgm:pt modelId="{FA7E612C-EB7A-4EA1-8312-42779453180D}" type="pres">
      <dgm:prSet presAssocID="{D2BCB3DE-E497-4232-96C7-E1A9A40F1FF4}" presName="rootComposite" presStyleCnt="0"/>
      <dgm:spPr/>
    </dgm:pt>
    <dgm:pt modelId="{CFFFB2BA-30B2-4648-9B9D-11711336DA0A}" type="pres">
      <dgm:prSet presAssocID="{D2BCB3DE-E497-4232-96C7-E1A9A40F1FF4}" presName="rootText" presStyleLbl="node3" presStyleIdx="3" presStyleCnt="20">
        <dgm:presLayoutVars>
          <dgm:chPref val="3"/>
        </dgm:presLayoutVars>
      </dgm:prSet>
      <dgm:spPr/>
    </dgm:pt>
    <dgm:pt modelId="{C490C875-FAD1-4E41-A964-51B94F5B1B53}" type="pres">
      <dgm:prSet presAssocID="{D2BCB3DE-E497-4232-96C7-E1A9A40F1FF4}" presName="rootConnector" presStyleLbl="node3" presStyleIdx="3" presStyleCnt="20"/>
      <dgm:spPr/>
    </dgm:pt>
    <dgm:pt modelId="{6AE0E4CA-9D7A-45F4-B08F-D9D8AFCCC154}" type="pres">
      <dgm:prSet presAssocID="{D2BCB3DE-E497-4232-96C7-E1A9A40F1FF4}" presName="hierChild4" presStyleCnt="0"/>
      <dgm:spPr/>
    </dgm:pt>
    <dgm:pt modelId="{5259C20D-318C-4232-8AAD-AD7012369A88}" type="pres">
      <dgm:prSet presAssocID="{D2BCB3DE-E497-4232-96C7-E1A9A40F1FF4}" presName="hierChild5" presStyleCnt="0"/>
      <dgm:spPr/>
    </dgm:pt>
    <dgm:pt modelId="{9253AE92-C012-44F1-954B-26DDEC1A012B}" type="pres">
      <dgm:prSet presAssocID="{ECA8D331-A3EB-4B96-8CB8-7C8A93AA64B4}" presName="Name37" presStyleLbl="parChTrans1D3" presStyleIdx="4" presStyleCnt="20"/>
      <dgm:spPr/>
    </dgm:pt>
    <dgm:pt modelId="{8CDB8F44-741F-4522-8601-C1559C3D964A}" type="pres">
      <dgm:prSet presAssocID="{38BC9BF9-16D9-4E9A-B15D-5CAA0D9CB65A}" presName="hierRoot2" presStyleCnt="0">
        <dgm:presLayoutVars>
          <dgm:hierBranch val="init"/>
        </dgm:presLayoutVars>
      </dgm:prSet>
      <dgm:spPr/>
    </dgm:pt>
    <dgm:pt modelId="{98C7992E-8B63-42A7-9DD4-E0EBD1AF0D53}" type="pres">
      <dgm:prSet presAssocID="{38BC9BF9-16D9-4E9A-B15D-5CAA0D9CB65A}" presName="rootComposite" presStyleCnt="0"/>
      <dgm:spPr/>
    </dgm:pt>
    <dgm:pt modelId="{66F994BB-5A77-42F3-B105-C68371937470}" type="pres">
      <dgm:prSet presAssocID="{38BC9BF9-16D9-4E9A-B15D-5CAA0D9CB65A}" presName="rootText" presStyleLbl="node3" presStyleIdx="4" presStyleCnt="20">
        <dgm:presLayoutVars>
          <dgm:chPref val="3"/>
        </dgm:presLayoutVars>
      </dgm:prSet>
      <dgm:spPr/>
    </dgm:pt>
    <dgm:pt modelId="{83B5AA19-539C-4C82-AA47-B47E60B5755E}" type="pres">
      <dgm:prSet presAssocID="{38BC9BF9-16D9-4E9A-B15D-5CAA0D9CB65A}" presName="rootConnector" presStyleLbl="node3" presStyleIdx="4" presStyleCnt="20"/>
      <dgm:spPr/>
    </dgm:pt>
    <dgm:pt modelId="{06FDB072-477B-454F-B311-8F7DCAFF685B}" type="pres">
      <dgm:prSet presAssocID="{38BC9BF9-16D9-4E9A-B15D-5CAA0D9CB65A}" presName="hierChild4" presStyleCnt="0"/>
      <dgm:spPr/>
    </dgm:pt>
    <dgm:pt modelId="{2F09B9FF-222A-4418-956E-62E22F13A8F6}" type="pres">
      <dgm:prSet presAssocID="{38BC9BF9-16D9-4E9A-B15D-5CAA0D9CB65A}" presName="hierChild5" presStyleCnt="0"/>
      <dgm:spPr/>
    </dgm:pt>
    <dgm:pt modelId="{C0C6CD79-CA5E-4FBA-85A0-969271E48F27}" type="pres">
      <dgm:prSet presAssocID="{74310B35-FA19-4CE1-A675-A1C7D15AC28D}" presName="Name37" presStyleLbl="parChTrans1D3" presStyleIdx="5" presStyleCnt="20"/>
      <dgm:spPr/>
    </dgm:pt>
    <dgm:pt modelId="{4A902AAA-2E6B-4025-A4A8-FFF8611967C0}" type="pres">
      <dgm:prSet presAssocID="{4902BE87-889A-4DDA-AC0C-0C2D83D11FD3}" presName="hierRoot2" presStyleCnt="0">
        <dgm:presLayoutVars>
          <dgm:hierBranch val="init"/>
        </dgm:presLayoutVars>
      </dgm:prSet>
      <dgm:spPr/>
    </dgm:pt>
    <dgm:pt modelId="{F3EA3D91-1691-4B91-9CA8-2B75F5EBE8A0}" type="pres">
      <dgm:prSet presAssocID="{4902BE87-889A-4DDA-AC0C-0C2D83D11FD3}" presName="rootComposite" presStyleCnt="0"/>
      <dgm:spPr/>
    </dgm:pt>
    <dgm:pt modelId="{8C773694-84CC-473D-9E09-C0E668E2C45A}" type="pres">
      <dgm:prSet presAssocID="{4902BE87-889A-4DDA-AC0C-0C2D83D11FD3}" presName="rootText" presStyleLbl="node3" presStyleIdx="5" presStyleCnt="20">
        <dgm:presLayoutVars>
          <dgm:chPref val="3"/>
        </dgm:presLayoutVars>
      </dgm:prSet>
      <dgm:spPr/>
    </dgm:pt>
    <dgm:pt modelId="{A9E682DC-25D6-4B97-9D59-5A7A4DCDF9E3}" type="pres">
      <dgm:prSet presAssocID="{4902BE87-889A-4DDA-AC0C-0C2D83D11FD3}" presName="rootConnector" presStyleLbl="node3" presStyleIdx="5" presStyleCnt="20"/>
      <dgm:spPr/>
    </dgm:pt>
    <dgm:pt modelId="{735F52F8-EA9E-411C-8B6B-FD972A4E22A2}" type="pres">
      <dgm:prSet presAssocID="{4902BE87-889A-4DDA-AC0C-0C2D83D11FD3}" presName="hierChild4" presStyleCnt="0"/>
      <dgm:spPr/>
    </dgm:pt>
    <dgm:pt modelId="{70A0D2AA-9F92-4906-8500-DE09FF8EA21B}" type="pres">
      <dgm:prSet presAssocID="{4902BE87-889A-4DDA-AC0C-0C2D83D11FD3}" presName="hierChild5" presStyleCnt="0"/>
      <dgm:spPr/>
    </dgm:pt>
    <dgm:pt modelId="{A3167703-8D5B-4991-AD12-142E860B4504}" type="pres">
      <dgm:prSet presAssocID="{AA9BBDDB-3E6B-4B17-BC95-EF077D8B4556}" presName="Name37" presStyleLbl="parChTrans1D3" presStyleIdx="6" presStyleCnt="20"/>
      <dgm:spPr/>
    </dgm:pt>
    <dgm:pt modelId="{29EE5953-DBF5-4B98-B39D-87AB5F530EE7}" type="pres">
      <dgm:prSet presAssocID="{7E18C692-2DF5-4CE8-8696-40FC7111316E}" presName="hierRoot2" presStyleCnt="0">
        <dgm:presLayoutVars>
          <dgm:hierBranch val="init"/>
        </dgm:presLayoutVars>
      </dgm:prSet>
      <dgm:spPr/>
    </dgm:pt>
    <dgm:pt modelId="{8C07FA9C-4C98-4CCB-8AF6-EF879B3AFE39}" type="pres">
      <dgm:prSet presAssocID="{7E18C692-2DF5-4CE8-8696-40FC7111316E}" presName="rootComposite" presStyleCnt="0"/>
      <dgm:spPr/>
    </dgm:pt>
    <dgm:pt modelId="{BA4A0D3F-D63F-4CDC-A528-FBAB5DCD5663}" type="pres">
      <dgm:prSet presAssocID="{7E18C692-2DF5-4CE8-8696-40FC7111316E}" presName="rootText" presStyleLbl="node3" presStyleIdx="6" presStyleCnt="20">
        <dgm:presLayoutVars>
          <dgm:chPref val="3"/>
        </dgm:presLayoutVars>
      </dgm:prSet>
      <dgm:spPr/>
    </dgm:pt>
    <dgm:pt modelId="{1D3E0CE1-0D78-4730-8F3D-E2DD01E602D9}" type="pres">
      <dgm:prSet presAssocID="{7E18C692-2DF5-4CE8-8696-40FC7111316E}" presName="rootConnector" presStyleLbl="node3" presStyleIdx="6" presStyleCnt="20"/>
      <dgm:spPr/>
    </dgm:pt>
    <dgm:pt modelId="{A25D0319-2341-4D61-BEC7-1DC0F5DAA640}" type="pres">
      <dgm:prSet presAssocID="{7E18C692-2DF5-4CE8-8696-40FC7111316E}" presName="hierChild4" presStyleCnt="0"/>
      <dgm:spPr/>
    </dgm:pt>
    <dgm:pt modelId="{5407F9A7-605E-4271-8BD5-C5FE9F298DF2}" type="pres">
      <dgm:prSet presAssocID="{7E18C692-2DF5-4CE8-8696-40FC7111316E}" presName="hierChild5" presStyleCnt="0"/>
      <dgm:spPr/>
    </dgm:pt>
    <dgm:pt modelId="{D198F2CC-57E5-48F5-898F-FD9B2F0FFA03}" type="pres">
      <dgm:prSet presAssocID="{433B3555-73F3-40C0-BDC2-1F5B3DA86E9A}" presName="hierChild5" presStyleCnt="0"/>
      <dgm:spPr/>
    </dgm:pt>
    <dgm:pt modelId="{5BE26F1A-8CDC-4993-BD4C-1CEEDFE0A275}" type="pres">
      <dgm:prSet presAssocID="{FF322DA9-D9CE-40F2-A874-CE17822DA996}" presName="Name37" presStyleLbl="parChTrans1D2" presStyleIdx="2" presStyleCnt="5"/>
      <dgm:spPr/>
    </dgm:pt>
    <dgm:pt modelId="{9E80549E-9106-4AFE-8BAB-155FCFE90C5B}" type="pres">
      <dgm:prSet presAssocID="{F3FF0B47-45F5-448A-8AD6-9D46D12DC4E2}" presName="hierRoot2" presStyleCnt="0">
        <dgm:presLayoutVars>
          <dgm:hierBranch val="init"/>
        </dgm:presLayoutVars>
      </dgm:prSet>
      <dgm:spPr/>
    </dgm:pt>
    <dgm:pt modelId="{7E813A20-AB72-4D15-BAD9-49ABB8336156}" type="pres">
      <dgm:prSet presAssocID="{F3FF0B47-45F5-448A-8AD6-9D46D12DC4E2}" presName="rootComposite" presStyleCnt="0"/>
      <dgm:spPr/>
    </dgm:pt>
    <dgm:pt modelId="{AAB00D0C-21D9-455E-8BC2-0C9020EAC960}" type="pres">
      <dgm:prSet presAssocID="{F3FF0B47-45F5-448A-8AD6-9D46D12DC4E2}" presName="rootText" presStyleLbl="node2" presStyleIdx="2" presStyleCnt="5">
        <dgm:presLayoutVars>
          <dgm:chPref val="3"/>
        </dgm:presLayoutVars>
      </dgm:prSet>
      <dgm:spPr/>
    </dgm:pt>
    <dgm:pt modelId="{65D97440-6C39-48B6-A313-2204D769B512}" type="pres">
      <dgm:prSet presAssocID="{F3FF0B47-45F5-448A-8AD6-9D46D12DC4E2}" presName="rootConnector" presStyleLbl="node2" presStyleIdx="2" presStyleCnt="5"/>
      <dgm:spPr/>
    </dgm:pt>
    <dgm:pt modelId="{9AFEFA37-1B0D-4897-97B2-8EEADC3335F7}" type="pres">
      <dgm:prSet presAssocID="{F3FF0B47-45F5-448A-8AD6-9D46D12DC4E2}" presName="hierChild4" presStyleCnt="0"/>
      <dgm:spPr/>
    </dgm:pt>
    <dgm:pt modelId="{3E14B323-8F13-49CD-8164-47D820E32BE2}" type="pres">
      <dgm:prSet presAssocID="{6505A816-7CC5-472E-81C0-19E89F0B7955}" presName="Name37" presStyleLbl="parChTrans1D3" presStyleIdx="7" presStyleCnt="20"/>
      <dgm:spPr/>
    </dgm:pt>
    <dgm:pt modelId="{0C318994-C94A-45E9-9ED1-BAAAE7568FD6}" type="pres">
      <dgm:prSet presAssocID="{DF1E64B6-D1D5-426D-A734-ED13100753B4}" presName="hierRoot2" presStyleCnt="0">
        <dgm:presLayoutVars>
          <dgm:hierBranch val="init"/>
        </dgm:presLayoutVars>
      </dgm:prSet>
      <dgm:spPr/>
    </dgm:pt>
    <dgm:pt modelId="{12D41CD1-58AA-41F0-A39D-39984E11967F}" type="pres">
      <dgm:prSet presAssocID="{DF1E64B6-D1D5-426D-A734-ED13100753B4}" presName="rootComposite" presStyleCnt="0"/>
      <dgm:spPr/>
    </dgm:pt>
    <dgm:pt modelId="{39D53F75-2101-41E3-8BEA-7EBE87C51537}" type="pres">
      <dgm:prSet presAssocID="{DF1E64B6-D1D5-426D-A734-ED13100753B4}" presName="rootText" presStyleLbl="node3" presStyleIdx="7" presStyleCnt="20">
        <dgm:presLayoutVars>
          <dgm:chPref val="3"/>
        </dgm:presLayoutVars>
      </dgm:prSet>
      <dgm:spPr/>
    </dgm:pt>
    <dgm:pt modelId="{F95CD333-8012-4477-8575-6A3BA90B006D}" type="pres">
      <dgm:prSet presAssocID="{DF1E64B6-D1D5-426D-A734-ED13100753B4}" presName="rootConnector" presStyleLbl="node3" presStyleIdx="7" presStyleCnt="20"/>
      <dgm:spPr/>
    </dgm:pt>
    <dgm:pt modelId="{07E8EA07-2698-4598-80B2-51853343AC8A}" type="pres">
      <dgm:prSet presAssocID="{DF1E64B6-D1D5-426D-A734-ED13100753B4}" presName="hierChild4" presStyleCnt="0"/>
      <dgm:spPr/>
    </dgm:pt>
    <dgm:pt modelId="{555C4BCD-6340-4C40-A7BC-93A9C28FB07F}" type="pres">
      <dgm:prSet presAssocID="{DF1E64B6-D1D5-426D-A734-ED13100753B4}" presName="hierChild5" presStyleCnt="0"/>
      <dgm:spPr/>
    </dgm:pt>
    <dgm:pt modelId="{C4990FD0-0C2C-42D8-9639-CA943894F94C}" type="pres">
      <dgm:prSet presAssocID="{9712C0D1-DEF5-44EE-B3EC-9CDB5F237570}" presName="Name37" presStyleLbl="parChTrans1D3" presStyleIdx="8" presStyleCnt="20"/>
      <dgm:spPr/>
    </dgm:pt>
    <dgm:pt modelId="{E3C95FA7-07AB-4E82-AD51-EF7834E0A617}" type="pres">
      <dgm:prSet presAssocID="{CAFE510D-2988-416F-953F-C179FBF03DFE}" presName="hierRoot2" presStyleCnt="0">
        <dgm:presLayoutVars>
          <dgm:hierBranch val="init"/>
        </dgm:presLayoutVars>
      </dgm:prSet>
      <dgm:spPr/>
    </dgm:pt>
    <dgm:pt modelId="{168EBE25-F045-4C84-A8F5-77FECBF8FEAD}" type="pres">
      <dgm:prSet presAssocID="{CAFE510D-2988-416F-953F-C179FBF03DFE}" presName="rootComposite" presStyleCnt="0"/>
      <dgm:spPr/>
    </dgm:pt>
    <dgm:pt modelId="{F03F6EF6-56FA-494C-8A5E-F4B8FBB110EE}" type="pres">
      <dgm:prSet presAssocID="{CAFE510D-2988-416F-953F-C179FBF03DFE}" presName="rootText" presStyleLbl="node3" presStyleIdx="8" presStyleCnt="20">
        <dgm:presLayoutVars>
          <dgm:chPref val="3"/>
        </dgm:presLayoutVars>
      </dgm:prSet>
      <dgm:spPr/>
    </dgm:pt>
    <dgm:pt modelId="{3C39305B-FB48-4782-BA48-EE51624D6758}" type="pres">
      <dgm:prSet presAssocID="{CAFE510D-2988-416F-953F-C179FBF03DFE}" presName="rootConnector" presStyleLbl="node3" presStyleIdx="8" presStyleCnt="20"/>
      <dgm:spPr/>
    </dgm:pt>
    <dgm:pt modelId="{43C7BDA4-5706-4053-88B7-B098C0E9C61C}" type="pres">
      <dgm:prSet presAssocID="{CAFE510D-2988-416F-953F-C179FBF03DFE}" presName="hierChild4" presStyleCnt="0"/>
      <dgm:spPr/>
    </dgm:pt>
    <dgm:pt modelId="{A3460C1D-B0DA-4A6F-A40C-1050C180AF5E}" type="pres">
      <dgm:prSet presAssocID="{CAFE510D-2988-416F-953F-C179FBF03DFE}" presName="hierChild5" presStyleCnt="0"/>
      <dgm:spPr/>
    </dgm:pt>
    <dgm:pt modelId="{AF820A79-95D7-4AA0-B4D3-5077BFE0EC4E}" type="pres">
      <dgm:prSet presAssocID="{4E27A84B-7026-468D-A781-A6743FE8EB14}" presName="Name37" presStyleLbl="parChTrans1D3" presStyleIdx="9" presStyleCnt="20"/>
      <dgm:spPr/>
    </dgm:pt>
    <dgm:pt modelId="{7C54C14A-6D6B-4825-9CD8-974E084DF5DE}" type="pres">
      <dgm:prSet presAssocID="{62FD8660-C1AB-47B5-BAFA-AFF60FDE4D07}" presName="hierRoot2" presStyleCnt="0">
        <dgm:presLayoutVars>
          <dgm:hierBranch val="init"/>
        </dgm:presLayoutVars>
      </dgm:prSet>
      <dgm:spPr/>
    </dgm:pt>
    <dgm:pt modelId="{FF6DB8E8-F5EE-4348-BBFA-4F7350DB7C56}" type="pres">
      <dgm:prSet presAssocID="{62FD8660-C1AB-47B5-BAFA-AFF60FDE4D07}" presName="rootComposite" presStyleCnt="0"/>
      <dgm:spPr/>
    </dgm:pt>
    <dgm:pt modelId="{9F255E0C-84F8-4184-8A0E-18C782A503FD}" type="pres">
      <dgm:prSet presAssocID="{62FD8660-C1AB-47B5-BAFA-AFF60FDE4D07}" presName="rootText" presStyleLbl="node3" presStyleIdx="9" presStyleCnt="20">
        <dgm:presLayoutVars>
          <dgm:chPref val="3"/>
        </dgm:presLayoutVars>
      </dgm:prSet>
      <dgm:spPr/>
    </dgm:pt>
    <dgm:pt modelId="{D715D512-C9D1-4013-AA92-0FC57199A6FE}" type="pres">
      <dgm:prSet presAssocID="{62FD8660-C1AB-47B5-BAFA-AFF60FDE4D07}" presName="rootConnector" presStyleLbl="node3" presStyleIdx="9" presStyleCnt="20"/>
      <dgm:spPr/>
    </dgm:pt>
    <dgm:pt modelId="{8B8B2424-847B-47EE-9A02-99F71484C762}" type="pres">
      <dgm:prSet presAssocID="{62FD8660-C1AB-47B5-BAFA-AFF60FDE4D07}" presName="hierChild4" presStyleCnt="0"/>
      <dgm:spPr/>
    </dgm:pt>
    <dgm:pt modelId="{F77BDDD4-2593-40CD-98CE-B341C8163DCA}" type="pres">
      <dgm:prSet presAssocID="{62FD8660-C1AB-47B5-BAFA-AFF60FDE4D07}" presName="hierChild5" presStyleCnt="0"/>
      <dgm:spPr/>
    </dgm:pt>
    <dgm:pt modelId="{AA84BE51-3D4C-4EE4-A266-730FFC32B085}" type="pres">
      <dgm:prSet presAssocID="{D2706E7C-4757-4EB5-8532-731B741F48BB}" presName="Name37" presStyleLbl="parChTrans1D3" presStyleIdx="10" presStyleCnt="20"/>
      <dgm:spPr/>
    </dgm:pt>
    <dgm:pt modelId="{D18A767D-DF09-4869-9763-4B15FDA4D43E}" type="pres">
      <dgm:prSet presAssocID="{C3050007-EC6A-43FD-B5AB-5B89F5A744B1}" presName="hierRoot2" presStyleCnt="0">
        <dgm:presLayoutVars>
          <dgm:hierBranch val="init"/>
        </dgm:presLayoutVars>
      </dgm:prSet>
      <dgm:spPr/>
    </dgm:pt>
    <dgm:pt modelId="{3113544F-F5EB-4B3D-B49E-D659564EFBDA}" type="pres">
      <dgm:prSet presAssocID="{C3050007-EC6A-43FD-B5AB-5B89F5A744B1}" presName="rootComposite" presStyleCnt="0"/>
      <dgm:spPr/>
    </dgm:pt>
    <dgm:pt modelId="{880C55D6-EEB8-4A08-9677-69844A1589C8}" type="pres">
      <dgm:prSet presAssocID="{C3050007-EC6A-43FD-B5AB-5B89F5A744B1}" presName="rootText" presStyleLbl="node3" presStyleIdx="10" presStyleCnt="20">
        <dgm:presLayoutVars>
          <dgm:chPref val="3"/>
        </dgm:presLayoutVars>
      </dgm:prSet>
      <dgm:spPr/>
    </dgm:pt>
    <dgm:pt modelId="{7B008ABC-B153-4ACF-9E5A-68C7F3D0D777}" type="pres">
      <dgm:prSet presAssocID="{C3050007-EC6A-43FD-B5AB-5B89F5A744B1}" presName="rootConnector" presStyleLbl="node3" presStyleIdx="10" presStyleCnt="20"/>
      <dgm:spPr/>
    </dgm:pt>
    <dgm:pt modelId="{B6F7EA97-C942-4F1D-BA41-665C727A0C70}" type="pres">
      <dgm:prSet presAssocID="{C3050007-EC6A-43FD-B5AB-5B89F5A744B1}" presName="hierChild4" presStyleCnt="0"/>
      <dgm:spPr/>
    </dgm:pt>
    <dgm:pt modelId="{BBA8B9FF-E19C-4B56-8B19-06F63F00E815}" type="pres">
      <dgm:prSet presAssocID="{C3050007-EC6A-43FD-B5AB-5B89F5A744B1}" presName="hierChild5" presStyleCnt="0"/>
      <dgm:spPr/>
    </dgm:pt>
    <dgm:pt modelId="{9410DD3F-E75B-4590-9D3C-E2F4B45E363E}" type="pres">
      <dgm:prSet presAssocID="{DB12AFC7-E39A-4C70-B19A-3973C785AC55}" presName="Name37" presStyleLbl="parChTrans1D3" presStyleIdx="11" presStyleCnt="20"/>
      <dgm:spPr/>
    </dgm:pt>
    <dgm:pt modelId="{1B17E909-E722-4CA6-BCA0-119426D261CB}" type="pres">
      <dgm:prSet presAssocID="{03B05AF0-F40A-4066-AB93-BC46C8446E27}" presName="hierRoot2" presStyleCnt="0">
        <dgm:presLayoutVars>
          <dgm:hierBranch val="init"/>
        </dgm:presLayoutVars>
      </dgm:prSet>
      <dgm:spPr/>
    </dgm:pt>
    <dgm:pt modelId="{B6367B6A-A61F-484B-AB68-33907F54D4AD}" type="pres">
      <dgm:prSet presAssocID="{03B05AF0-F40A-4066-AB93-BC46C8446E27}" presName="rootComposite" presStyleCnt="0"/>
      <dgm:spPr/>
    </dgm:pt>
    <dgm:pt modelId="{B8DC922D-5749-4B30-B8D8-E8D2AB42D10F}" type="pres">
      <dgm:prSet presAssocID="{03B05AF0-F40A-4066-AB93-BC46C8446E27}" presName="rootText" presStyleLbl="node3" presStyleIdx="11" presStyleCnt="20">
        <dgm:presLayoutVars>
          <dgm:chPref val="3"/>
        </dgm:presLayoutVars>
      </dgm:prSet>
      <dgm:spPr/>
    </dgm:pt>
    <dgm:pt modelId="{6481FEF3-71AA-48B5-8005-6F136EC455CC}" type="pres">
      <dgm:prSet presAssocID="{03B05AF0-F40A-4066-AB93-BC46C8446E27}" presName="rootConnector" presStyleLbl="node3" presStyleIdx="11" presStyleCnt="20"/>
      <dgm:spPr/>
    </dgm:pt>
    <dgm:pt modelId="{DA7D5CEB-36C0-40E3-978C-5913B71E39D0}" type="pres">
      <dgm:prSet presAssocID="{03B05AF0-F40A-4066-AB93-BC46C8446E27}" presName="hierChild4" presStyleCnt="0"/>
      <dgm:spPr/>
    </dgm:pt>
    <dgm:pt modelId="{A3EF3D1D-60B6-40B8-AADF-F532504B7694}" type="pres">
      <dgm:prSet presAssocID="{03B05AF0-F40A-4066-AB93-BC46C8446E27}" presName="hierChild5" presStyleCnt="0"/>
      <dgm:spPr/>
    </dgm:pt>
    <dgm:pt modelId="{CF823A6D-2603-40B3-9E13-76A76D79D39B}" type="pres">
      <dgm:prSet presAssocID="{848993B4-A30C-411D-96CE-6936B8AA505A}" presName="Name37" presStyleLbl="parChTrans1D3" presStyleIdx="12" presStyleCnt="20"/>
      <dgm:spPr/>
    </dgm:pt>
    <dgm:pt modelId="{5B2B44CA-87C5-4987-A11A-2ADEEC83EF22}" type="pres">
      <dgm:prSet presAssocID="{031B552B-AE11-4E41-B38F-97DFE1868DD3}" presName="hierRoot2" presStyleCnt="0">
        <dgm:presLayoutVars>
          <dgm:hierBranch val="init"/>
        </dgm:presLayoutVars>
      </dgm:prSet>
      <dgm:spPr/>
    </dgm:pt>
    <dgm:pt modelId="{B72912C4-1AF3-4E9B-AC12-177BAA28ED7B}" type="pres">
      <dgm:prSet presAssocID="{031B552B-AE11-4E41-B38F-97DFE1868DD3}" presName="rootComposite" presStyleCnt="0"/>
      <dgm:spPr/>
    </dgm:pt>
    <dgm:pt modelId="{4F8AD757-116E-4265-A29D-77E869AD564A}" type="pres">
      <dgm:prSet presAssocID="{031B552B-AE11-4E41-B38F-97DFE1868DD3}" presName="rootText" presStyleLbl="node3" presStyleIdx="12" presStyleCnt="20">
        <dgm:presLayoutVars>
          <dgm:chPref val="3"/>
        </dgm:presLayoutVars>
      </dgm:prSet>
      <dgm:spPr/>
    </dgm:pt>
    <dgm:pt modelId="{E3D7D3EF-0CCF-4FC0-82C3-06F663FCFA4E}" type="pres">
      <dgm:prSet presAssocID="{031B552B-AE11-4E41-B38F-97DFE1868DD3}" presName="rootConnector" presStyleLbl="node3" presStyleIdx="12" presStyleCnt="20"/>
      <dgm:spPr/>
    </dgm:pt>
    <dgm:pt modelId="{84ADD00E-4E7B-4C1C-9D3B-32C4A3E40B21}" type="pres">
      <dgm:prSet presAssocID="{031B552B-AE11-4E41-B38F-97DFE1868DD3}" presName="hierChild4" presStyleCnt="0"/>
      <dgm:spPr/>
    </dgm:pt>
    <dgm:pt modelId="{8A900B33-B24A-41CD-8A0E-317B9E862916}" type="pres">
      <dgm:prSet presAssocID="{031B552B-AE11-4E41-B38F-97DFE1868DD3}" presName="hierChild5" presStyleCnt="0"/>
      <dgm:spPr/>
    </dgm:pt>
    <dgm:pt modelId="{867008CD-DDEA-4331-BDB7-BB6F6D2EC7D0}" type="pres">
      <dgm:prSet presAssocID="{1D584FC9-7D1E-494A-9763-F4B22CCC8D0C}" presName="Name37" presStyleLbl="parChTrans1D3" presStyleIdx="13" presStyleCnt="20"/>
      <dgm:spPr/>
    </dgm:pt>
    <dgm:pt modelId="{7BBB6244-F3E7-49BA-A587-FCDD1871A23C}" type="pres">
      <dgm:prSet presAssocID="{6F8AF3F4-2697-4A97-8884-191EC27651E3}" presName="hierRoot2" presStyleCnt="0">
        <dgm:presLayoutVars>
          <dgm:hierBranch val="init"/>
        </dgm:presLayoutVars>
      </dgm:prSet>
      <dgm:spPr/>
    </dgm:pt>
    <dgm:pt modelId="{C6F454A1-6541-43AC-BE1B-A2F12701EFD2}" type="pres">
      <dgm:prSet presAssocID="{6F8AF3F4-2697-4A97-8884-191EC27651E3}" presName="rootComposite" presStyleCnt="0"/>
      <dgm:spPr/>
    </dgm:pt>
    <dgm:pt modelId="{1626DD30-443B-48B2-B8AD-39002E91BEE4}" type="pres">
      <dgm:prSet presAssocID="{6F8AF3F4-2697-4A97-8884-191EC27651E3}" presName="rootText" presStyleLbl="node3" presStyleIdx="13" presStyleCnt="20">
        <dgm:presLayoutVars>
          <dgm:chPref val="3"/>
        </dgm:presLayoutVars>
      </dgm:prSet>
      <dgm:spPr/>
    </dgm:pt>
    <dgm:pt modelId="{18D8B9C8-AA68-44C1-9B40-837D40624816}" type="pres">
      <dgm:prSet presAssocID="{6F8AF3F4-2697-4A97-8884-191EC27651E3}" presName="rootConnector" presStyleLbl="node3" presStyleIdx="13" presStyleCnt="20"/>
      <dgm:spPr/>
    </dgm:pt>
    <dgm:pt modelId="{AF82B849-BEDC-4EEB-B1DD-687F086624C4}" type="pres">
      <dgm:prSet presAssocID="{6F8AF3F4-2697-4A97-8884-191EC27651E3}" presName="hierChild4" presStyleCnt="0"/>
      <dgm:spPr/>
    </dgm:pt>
    <dgm:pt modelId="{26FADB79-41CD-45A3-BC88-34E202E84890}" type="pres">
      <dgm:prSet presAssocID="{6F8AF3F4-2697-4A97-8884-191EC27651E3}" presName="hierChild5" presStyleCnt="0"/>
      <dgm:spPr/>
    </dgm:pt>
    <dgm:pt modelId="{3DE283CB-B302-4C4C-B10D-4D32AC92685B}" type="pres">
      <dgm:prSet presAssocID="{F3FF0B47-45F5-448A-8AD6-9D46D12DC4E2}" presName="hierChild5" presStyleCnt="0"/>
      <dgm:spPr/>
    </dgm:pt>
    <dgm:pt modelId="{C4F212DB-2340-4004-939A-40E102062FC8}" type="pres">
      <dgm:prSet presAssocID="{38D1F7C2-32B4-45DE-919B-3281748C146E}" presName="Name37" presStyleLbl="parChTrans1D2" presStyleIdx="3" presStyleCnt="5"/>
      <dgm:spPr/>
    </dgm:pt>
    <dgm:pt modelId="{05DC64E7-D816-44E3-BBFA-F043B5A4519C}" type="pres">
      <dgm:prSet presAssocID="{7C1A57EA-7057-4288-9AAE-258C28B5E35A}" presName="hierRoot2" presStyleCnt="0">
        <dgm:presLayoutVars>
          <dgm:hierBranch val="init"/>
        </dgm:presLayoutVars>
      </dgm:prSet>
      <dgm:spPr/>
    </dgm:pt>
    <dgm:pt modelId="{BACE6078-C533-4E58-A138-FFCD927EB790}" type="pres">
      <dgm:prSet presAssocID="{7C1A57EA-7057-4288-9AAE-258C28B5E35A}" presName="rootComposite" presStyleCnt="0"/>
      <dgm:spPr/>
    </dgm:pt>
    <dgm:pt modelId="{F1A55549-5C71-4B9D-88BE-BEB039BE22A7}" type="pres">
      <dgm:prSet presAssocID="{7C1A57EA-7057-4288-9AAE-258C28B5E35A}" presName="rootText" presStyleLbl="node2" presStyleIdx="3" presStyleCnt="5">
        <dgm:presLayoutVars>
          <dgm:chPref val="3"/>
        </dgm:presLayoutVars>
      </dgm:prSet>
      <dgm:spPr/>
    </dgm:pt>
    <dgm:pt modelId="{FA84C111-A3C3-4264-BC54-2ED8865842FC}" type="pres">
      <dgm:prSet presAssocID="{7C1A57EA-7057-4288-9AAE-258C28B5E35A}" presName="rootConnector" presStyleLbl="node2" presStyleIdx="3" presStyleCnt="5"/>
      <dgm:spPr/>
    </dgm:pt>
    <dgm:pt modelId="{66B4DFCB-604D-48CD-B9C3-A8D3757F7828}" type="pres">
      <dgm:prSet presAssocID="{7C1A57EA-7057-4288-9AAE-258C28B5E35A}" presName="hierChild4" presStyleCnt="0"/>
      <dgm:spPr/>
    </dgm:pt>
    <dgm:pt modelId="{A73C7C09-6AD6-4F10-AABD-0009DF2CC3EF}" type="pres">
      <dgm:prSet presAssocID="{BC0DF71A-16BC-4812-9D8A-EE9634A5FE3B}" presName="Name37" presStyleLbl="parChTrans1D3" presStyleIdx="14" presStyleCnt="20"/>
      <dgm:spPr/>
    </dgm:pt>
    <dgm:pt modelId="{FC1FA42A-C291-4ECD-9CE5-8AAA96783A92}" type="pres">
      <dgm:prSet presAssocID="{0FDA6549-49F2-4859-B11F-B05005687E49}" presName="hierRoot2" presStyleCnt="0">
        <dgm:presLayoutVars>
          <dgm:hierBranch val="init"/>
        </dgm:presLayoutVars>
      </dgm:prSet>
      <dgm:spPr/>
    </dgm:pt>
    <dgm:pt modelId="{FE9DC63D-F076-433E-A511-235E5ED2B788}" type="pres">
      <dgm:prSet presAssocID="{0FDA6549-49F2-4859-B11F-B05005687E49}" presName="rootComposite" presStyleCnt="0"/>
      <dgm:spPr/>
    </dgm:pt>
    <dgm:pt modelId="{4835A531-688D-4F2C-8956-B2DFC5E52192}" type="pres">
      <dgm:prSet presAssocID="{0FDA6549-49F2-4859-B11F-B05005687E49}" presName="rootText" presStyleLbl="node3" presStyleIdx="14" presStyleCnt="20">
        <dgm:presLayoutVars>
          <dgm:chPref val="3"/>
        </dgm:presLayoutVars>
      </dgm:prSet>
      <dgm:spPr/>
    </dgm:pt>
    <dgm:pt modelId="{A31044DE-B56C-419C-A477-DBEFD78ADCB1}" type="pres">
      <dgm:prSet presAssocID="{0FDA6549-49F2-4859-B11F-B05005687E49}" presName="rootConnector" presStyleLbl="node3" presStyleIdx="14" presStyleCnt="20"/>
      <dgm:spPr/>
    </dgm:pt>
    <dgm:pt modelId="{B66E1EC0-3862-4541-9F51-0E4850F40EA4}" type="pres">
      <dgm:prSet presAssocID="{0FDA6549-49F2-4859-B11F-B05005687E49}" presName="hierChild4" presStyleCnt="0"/>
      <dgm:spPr/>
    </dgm:pt>
    <dgm:pt modelId="{58ADFD5B-0F7B-48DD-9285-9CC7802F12BF}" type="pres">
      <dgm:prSet presAssocID="{0FDA6549-49F2-4859-B11F-B05005687E49}" presName="hierChild5" presStyleCnt="0"/>
      <dgm:spPr/>
    </dgm:pt>
    <dgm:pt modelId="{8F8BF06F-2340-4DED-B2BC-2C73F847098E}" type="pres">
      <dgm:prSet presAssocID="{6DBBF120-5D43-48DD-ABD3-CEE14F0D3FB3}" presName="Name37" presStyleLbl="parChTrans1D3" presStyleIdx="15" presStyleCnt="20"/>
      <dgm:spPr/>
    </dgm:pt>
    <dgm:pt modelId="{B33040EF-44A9-4CC6-97A8-FFD61F92A08B}" type="pres">
      <dgm:prSet presAssocID="{81CFCAD7-4718-4D8C-9CD2-469513311B06}" presName="hierRoot2" presStyleCnt="0">
        <dgm:presLayoutVars>
          <dgm:hierBranch val="init"/>
        </dgm:presLayoutVars>
      </dgm:prSet>
      <dgm:spPr/>
    </dgm:pt>
    <dgm:pt modelId="{C1161826-6F96-464F-983C-41E2E4F29E9C}" type="pres">
      <dgm:prSet presAssocID="{81CFCAD7-4718-4D8C-9CD2-469513311B06}" presName="rootComposite" presStyleCnt="0"/>
      <dgm:spPr/>
    </dgm:pt>
    <dgm:pt modelId="{410DB14D-9677-4BB6-B3C9-9E4DEB245FE7}" type="pres">
      <dgm:prSet presAssocID="{81CFCAD7-4718-4D8C-9CD2-469513311B06}" presName="rootText" presStyleLbl="node3" presStyleIdx="15" presStyleCnt="20">
        <dgm:presLayoutVars>
          <dgm:chPref val="3"/>
        </dgm:presLayoutVars>
      </dgm:prSet>
      <dgm:spPr/>
    </dgm:pt>
    <dgm:pt modelId="{975AE61C-4DE5-4FB7-B2EB-9138A768C349}" type="pres">
      <dgm:prSet presAssocID="{81CFCAD7-4718-4D8C-9CD2-469513311B06}" presName="rootConnector" presStyleLbl="node3" presStyleIdx="15" presStyleCnt="20"/>
      <dgm:spPr/>
    </dgm:pt>
    <dgm:pt modelId="{7DCD0D63-07FA-42B0-93E1-A6384E461DD5}" type="pres">
      <dgm:prSet presAssocID="{81CFCAD7-4718-4D8C-9CD2-469513311B06}" presName="hierChild4" presStyleCnt="0"/>
      <dgm:spPr/>
    </dgm:pt>
    <dgm:pt modelId="{763382F7-E7F3-4BFB-A4AD-56FE26070C05}" type="pres">
      <dgm:prSet presAssocID="{81CFCAD7-4718-4D8C-9CD2-469513311B06}" presName="hierChild5" presStyleCnt="0"/>
      <dgm:spPr/>
    </dgm:pt>
    <dgm:pt modelId="{9B0669DC-2FE5-4645-BBD8-E14E0AD12FF6}" type="pres">
      <dgm:prSet presAssocID="{7C1A57EA-7057-4288-9AAE-258C28B5E35A}" presName="hierChild5" presStyleCnt="0"/>
      <dgm:spPr/>
    </dgm:pt>
    <dgm:pt modelId="{A1BB080E-4ECB-408E-A946-2A2DBB7E7EF0}" type="pres">
      <dgm:prSet presAssocID="{5A87CC25-5C45-4E25-9FB2-3E49F6540EC4}" presName="Name37" presStyleLbl="parChTrans1D2" presStyleIdx="4" presStyleCnt="5"/>
      <dgm:spPr/>
    </dgm:pt>
    <dgm:pt modelId="{DEE72999-7343-4DDA-B12B-FF18C218D43F}" type="pres">
      <dgm:prSet presAssocID="{1AF11885-49EB-455D-92A1-01C7CD1F69A5}" presName="hierRoot2" presStyleCnt="0">
        <dgm:presLayoutVars>
          <dgm:hierBranch val="init"/>
        </dgm:presLayoutVars>
      </dgm:prSet>
      <dgm:spPr/>
    </dgm:pt>
    <dgm:pt modelId="{49F62F00-5AF2-41ED-9666-00C15C932BBE}" type="pres">
      <dgm:prSet presAssocID="{1AF11885-49EB-455D-92A1-01C7CD1F69A5}" presName="rootComposite" presStyleCnt="0"/>
      <dgm:spPr/>
    </dgm:pt>
    <dgm:pt modelId="{89A18078-7A77-4308-B7BF-6FD8DFBA86CE}" type="pres">
      <dgm:prSet presAssocID="{1AF11885-49EB-455D-92A1-01C7CD1F69A5}" presName="rootText" presStyleLbl="node2" presStyleIdx="4" presStyleCnt="5">
        <dgm:presLayoutVars>
          <dgm:chPref val="3"/>
        </dgm:presLayoutVars>
      </dgm:prSet>
      <dgm:spPr/>
    </dgm:pt>
    <dgm:pt modelId="{54A7C1AB-6016-4963-8654-7412DD5816CC}" type="pres">
      <dgm:prSet presAssocID="{1AF11885-49EB-455D-92A1-01C7CD1F69A5}" presName="rootConnector" presStyleLbl="node2" presStyleIdx="4" presStyleCnt="5"/>
      <dgm:spPr/>
    </dgm:pt>
    <dgm:pt modelId="{A3327423-EBF0-4DFA-A24D-7CCF8A0BCFDF}" type="pres">
      <dgm:prSet presAssocID="{1AF11885-49EB-455D-92A1-01C7CD1F69A5}" presName="hierChild4" presStyleCnt="0"/>
      <dgm:spPr/>
    </dgm:pt>
    <dgm:pt modelId="{A62A9B4F-2F69-4C6C-AC38-9651677A3C3B}" type="pres">
      <dgm:prSet presAssocID="{F45244FB-043D-4F50-B01E-9A7E622F5D87}" presName="Name37" presStyleLbl="parChTrans1D3" presStyleIdx="16" presStyleCnt="20"/>
      <dgm:spPr/>
    </dgm:pt>
    <dgm:pt modelId="{560BA008-A380-42B0-A858-41F075F04A2A}" type="pres">
      <dgm:prSet presAssocID="{0DE88D32-64B4-40CB-A2B1-65B158B86614}" presName="hierRoot2" presStyleCnt="0">
        <dgm:presLayoutVars>
          <dgm:hierBranch val="init"/>
        </dgm:presLayoutVars>
      </dgm:prSet>
      <dgm:spPr/>
    </dgm:pt>
    <dgm:pt modelId="{E4C3D165-FE88-470B-B441-B26842CB0375}" type="pres">
      <dgm:prSet presAssocID="{0DE88D32-64B4-40CB-A2B1-65B158B86614}" presName="rootComposite" presStyleCnt="0"/>
      <dgm:spPr/>
    </dgm:pt>
    <dgm:pt modelId="{FBCD621A-4EA9-4D7F-90E5-35093583044C}" type="pres">
      <dgm:prSet presAssocID="{0DE88D32-64B4-40CB-A2B1-65B158B86614}" presName="rootText" presStyleLbl="node3" presStyleIdx="16" presStyleCnt="20">
        <dgm:presLayoutVars>
          <dgm:chPref val="3"/>
        </dgm:presLayoutVars>
      </dgm:prSet>
      <dgm:spPr/>
    </dgm:pt>
    <dgm:pt modelId="{EA4915DB-3F97-4D79-BC65-927FFEAA934B}" type="pres">
      <dgm:prSet presAssocID="{0DE88D32-64B4-40CB-A2B1-65B158B86614}" presName="rootConnector" presStyleLbl="node3" presStyleIdx="16" presStyleCnt="20"/>
      <dgm:spPr/>
    </dgm:pt>
    <dgm:pt modelId="{54B971D3-33D3-431C-A649-44C6044C0339}" type="pres">
      <dgm:prSet presAssocID="{0DE88D32-64B4-40CB-A2B1-65B158B86614}" presName="hierChild4" presStyleCnt="0"/>
      <dgm:spPr/>
    </dgm:pt>
    <dgm:pt modelId="{FB906E6B-A9E7-4C99-8064-46FE434A8FFE}" type="pres">
      <dgm:prSet presAssocID="{0DE88D32-64B4-40CB-A2B1-65B158B86614}" presName="hierChild5" presStyleCnt="0"/>
      <dgm:spPr/>
    </dgm:pt>
    <dgm:pt modelId="{9CAE8CA9-D45B-45E5-A073-48541F8CF0CC}" type="pres">
      <dgm:prSet presAssocID="{A5344299-A489-4F19-B494-C154CD8B4E34}" presName="Name37" presStyleLbl="parChTrans1D3" presStyleIdx="17" presStyleCnt="20"/>
      <dgm:spPr/>
    </dgm:pt>
    <dgm:pt modelId="{5E8F3C7D-40EB-41F3-80C3-72234C5E08B7}" type="pres">
      <dgm:prSet presAssocID="{420245FE-E30A-44BB-AAD5-A02187413D66}" presName="hierRoot2" presStyleCnt="0">
        <dgm:presLayoutVars>
          <dgm:hierBranch val="init"/>
        </dgm:presLayoutVars>
      </dgm:prSet>
      <dgm:spPr/>
    </dgm:pt>
    <dgm:pt modelId="{B58F6238-804E-4C4A-A13F-40313D59440D}" type="pres">
      <dgm:prSet presAssocID="{420245FE-E30A-44BB-AAD5-A02187413D66}" presName="rootComposite" presStyleCnt="0"/>
      <dgm:spPr/>
    </dgm:pt>
    <dgm:pt modelId="{394C727F-1F85-461B-81F7-D289C4CBE9A6}" type="pres">
      <dgm:prSet presAssocID="{420245FE-E30A-44BB-AAD5-A02187413D66}" presName="rootText" presStyleLbl="node3" presStyleIdx="17" presStyleCnt="20">
        <dgm:presLayoutVars>
          <dgm:chPref val="3"/>
        </dgm:presLayoutVars>
      </dgm:prSet>
      <dgm:spPr/>
    </dgm:pt>
    <dgm:pt modelId="{8F6D9EC0-89EE-4295-B8B7-811184D7CCB1}" type="pres">
      <dgm:prSet presAssocID="{420245FE-E30A-44BB-AAD5-A02187413D66}" presName="rootConnector" presStyleLbl="node3" presStyleIdx="17" presStyleCnt="20"/>
      <dgm:spPr/>
    </dgm:pt>
    <dgm:pt modelId="{17635DD9-52D5-4028-8E9D-DFE8F1DF72C9}" type="pres">
      <dgm:prSet presAssocID="{420245FE-E30A-44BB-AAD5-A02187413D66}" presName="hierChild4" presStyleCnt="0"/>
      <dgm:spPr/>
    </dgm:pt>
    <dgm:pt modelId="{07CA6058-F9BE-4BA9-B37C-1943B91371CE}" type="pres">
      <dgm:prSet presAssocID="{420245FE-E30A-44BB-AAD5-A02187413D66}" presName="hierChild5" presStyleCnt="0"/>
      <dgm:spPr/>
    </dgm:pt>
    <dgm:pt modelId="{86F76CA9-BEF0-4B92-9A4B-40375D6E8F7F}" type="pres">
      <dgm:prSet presAssocID="{102E3E90-792A-4DC4-AEC1-F41748AF417A}" presName="Name37" presStyleLbl="parChTrans1D3" presStyleIdx="18" presStyleCnt="20"/>
      <dgm:spPr/>
    </dgm:pt>
    <dgm:pt modelId="{21006D53-B78F-4DDF-AC7B-03291544152D}" type="pres">
      <dgm:prSet presAssocID="{2FAEDA01-97FA-4F59-B715-84AEC6CE4DE2}" presName="hierRoot2" presStyleCnt="0">
        <dgm:presLayoutVars>
          <dgm:hierBranch val="init"/>
        </dgm:presLayoutVars>
      </dgm:prSet>
      <dgm:spPr/>
    </dgm:pt>
    <dgm:pt modelId="{4A111C2A-67B7-4AFC-B8F6-2A85939EE7AC}" type="pres">
      <dgm:prSet presAssocID="{2FAEDA01-97FA-4F59-B715-84AEC6CE4DE2}" presName="rootComposite" presStyleCnt="0"/>
      <dgm:spPr/>
    </dgm:pt>
    <dgm:pt modelId="{3C5DBAEE-832F-45B1-ABEE-6833CEE14D2A}" type="pres">
      <dgm:prSet presAssocID="{2FAEDA01-97FA-4F59-B715-84AEC6CE4DE2}" presName="rootText" presStyleLbl="node3" presStyleIdx="18" presStyleCnt="20">
        <dgm:presLayoutVars>
          <dgm:chPref val="3"/>
        </dgm:presLayoutVars>
      </dgm:prSet>
      <dgm:spPr/>
    </dgm:pt>
    <dgm:pt modelId="{5F9C880C-6BE7-4B69-95B5-7ACACD224E26}" type="pres">
      <dgm:prSet presAssocID="{2FAEDA01-97FA-4F59-B715-84AEC6CE4DE2}" presName="rootConnector" presStyleLbl="node3" presStyleIdx="18" presStyleCnt="20"/>
      <dgm:spPr/>
    </dgm:pt>
    <dgm:pt modelId="{85752481-E548-46C0-A54E-6C914B7BB677}" type="pres">
      <dgm:prSet presAssocID="{2FAEDA01-97FA-4F59-B715-84AEC6CE4DE2}" presName="hierChild4" presStyleCnt="0"/>
      <dgm:spPr/>
    </dgm:pt>
    <dgm:pt modelId="{3F8AEC9D-BA9A-400E-B79B-D1B079FFFF8B}" type="pres">
      <dgm:prSet presAssocID="{2FAEDA01-97FA-4F59-B715-84AEC6CE4DE2}" presName="hierChild5" presStyleCnt="0"/>
      <dgm:spPr/>
    </dgm:pt>
    <dgm:pt modelId="{62A2D9DF-78B6-4DBB-9DE6-446E2D5FAAC2}" type="pres">
      <dgm:prSet presAssocID="{0BCCB373-8423-4828-B9CB-8D403AA6DD62}" presName="Name37" presStyleLbl="parChTrans1D3" presStyleIdx="19" presStyleCnt="20"/>
      <dgm:spPr/>
    </dgm:pt>
    <dgm:pt modelId="{86B1247A-F6F5-4F20-B43B-12EA13EC981C}" type="pres">
      <dgm:prSet presAssocID="{32C3A8B7-67D8-4C91-8823-1F5280D64136}" presName="hierRoot2" presStyleCnt="0">
        <dgm:presLayoutVars>
          <dgm:hierBranch val="init"/>
        </dgm:presLayoutVars>
      </dgm:prSet>
      <dgm:spPr/>
    </dgm:pt>
    <dgm:pt modelId="{2822CF0D-6C0B-4F4E-8592-1C2F0A0881FB}" type="pres">
      <dgm:prSet presAssocID="{32C3A8B7-67D8-4C91-8823-1F5280D64136}" presName="rootComposite" presStyleCnt="0"/>
      <dgm:spPr/>
    </dgm:pt>
    <dgm:pt modelId="{CEEAC80A-0C45-45D0-BE56-26401BDAD51C}" type="pres">
      <dgm:prSet presAssocID="{32C3A8B7-67D8-4C91-8823-1F5280D64136}" presName="rootText" presStyleLbl="node3" presStyleIdx="19" presStyleCnt="20">
        <dgm:presLayoutVars>
          <dgm:chPref val="3"/>
        </dgm:presLayoutVars>
      </dgm:prSet>
      <dgm:spPr/>
    </dgm:pt>
    <dgm:pt modelId="{DA67803A-0B7E-41A6-89E3-3E81CC6FC165}" type="pres">
      <dgm:prSet presAssocID="{32C3A8B7-67D8-4C91-8823-1F5280D64136}" presName="rootConnector" presStyleLbl="node3" presStyleIdx="19" presStyleCnt="20"/>
      <dgm:spPr/>
    </dgm:pt>
    <dgm:pt modelId="{D7AB376E-7AE0-489E-8B3D-183AF58C410C}" type="pres">
      <dgm:prSet presAssocID="{32C3A8B7-67D8-4C91-8823-1F5280D64136}" presName="hierChild4" presStyleCnt="0"/>
      <dgm:spPr/>
    </dgm:pt>
    <dgm:pt modelId="{CF34A24B-F004-4BE1-B126-CF6611C19796}" type="pres">
      <dgm:prSet presAssocID="{32C3A8B7-67D8-4C91-8823-1F5280D64136}" presName="hierChild5" presStyleCnt="0"/>
      <dgm:spPr/>
    </dgm:pt>
    <dgm:pt modelId="{95E274E0-6439-4332-8952-06F513A84555}" type="pres">
      <dgm:prSet presAssocID="{1AF11885-49EB-455D-92A1-01C7CD1F69A5}" presName="hierChild5" presStyleCnt="0"/>
      <dgm:spPr/>
    </dgm:pt>
    <dgm:pt modelId="{EAA198BF-A7C9-4E41-BAEA-553193729850}" type="pres">
      <dgm:prSet presAssocID="{5DCDCF88-48D7-4184-9108-B46041464F02}" presName="hierChild3" presStyleCnt="0"/>
      <dgm:spPr/>
    </dgm:pt>
  </dgm:ptLst>
  <dgm:cxnLst>
    <dgm:cxn modelId="{84115C00-ADD1-4D2B-A9E7-5B8EB25569FF}" type="presOf" srcId="{4E27A84B-7026-468D-A781-A6743FE8EB14}" destId="{AF820A79-95D7-4AA0-B4D3-5077BFE0EC4E}" srcOrd="0" destOrd="0" presId="urn:microsoft.com/office/officeart/2005/8/layout/orgChart1"/>
    <dgm:cxn modelId="{18CF1A03-AAB7-4335-9507-800555E3DD66}" type="presOf" srcId="{DB12AFC7-E39A-4C70-B19A-3973C785AC55}" destId="{9410DD3F-E75B-4590-9D3C-E2F4B45E363E}" srcOrd="0" destOrd="0" presId="urn:microsoft.com/office/officeart/2005/8/layout/orgChart1"/>
    <dgm:cxn modelId="{44F3CE03-BD5D-42BC-8E24-30ED5D56D9EF}" type="presOf" srcId="{031B552B-AE11-4E41-B38F-97DFE1868DD3}" destId="{E3D7D3EF-0CCF-4FC0-82C3-06F663FCFA4E}" srcOrd="1" destOrd="0" presId="urn:microsoft.com/office/officeart/2005/8/layout/orgChart1"/>
    <dgm:cxn modelId="{72CDDD04-640F-48DD-82A4-0C4195239BCE}" type="presOf" srcId="{6EE221AD-FBB9-4A1A-B3FA-FB09BCD9E657}" destId="{A1E400F9-0FE9-41AC-8954-95186AD83A43}" srcOrd="0" destOrd="0" presId="urn:microsoft.com/office/officeart/2005/8/layout/orgChart1"/>
    <dgm:cxn modelId="{0B901307-0762-43C1-8F07-43B383AEB82C}" srcId="{7C1A57EA-7057-4288-9AAE-258C28B5E35A}" destId="{0FDA6549-49F2-4859-B11F-B05005687E49}" srcOrd="0" destOrd="0" parTransId="{BC0DF71A-16BC-4812-9D8A-EE9634A5FE3B}" sibTransId="{2420D35D-8BAA-41B8-BF1E-6D1612B2C91B}"/>
    <dgm:cxn modelId="{36EC8208-C44F-4346-833A-6DB5C9D8AF47}" type="presOf" srcId="{031B552B-AE11-4E41-B38F-97DFE1868DD3}" destId="{4F8AD757-116E-4265-A29D-77E869AD564A}" srcOrd="0" destOrd="0" presId="urn:microsoft.com/office/officeart/2005/8/layout/orgChart1"/>
    <dgm:cxn modelId="{5F20B40A-CECB-40B2-A9D7-E665C6E09D5E}" type="presOf" srcId="{CD6877CC-8563-4A8A-9452-44FDB7C91854}" destId="{CA017B30-C280-46F7-8869-0B44F3F63368}" srcOrd="0" destOrd="0" presId="urn:microsoft.com/office/officeart/2005/8/layout/orgChart1"/>
    <dgm:cxn modelId="{D8C3CB0A-68F1-4296-B0AD-C932E100A694}" type="presOf" srcId="{804E6DE6-21B6-4449-8FC7-C22EB3514499}" destId="{8C532492-681B-4DC3-92B6-A23DF23D3608}" srcOrd="1" destOrd="0" presId="urn:microsoft.com/office/officeart/2005/8/layout/orgChart1"/>
    <dgm:cxn modelId="{AF290A0C-3C11-42A8-B4FB-83EA7A7197D5}" type="presOf" srcId="{AA9BBDDB-3E6B-4B17-BC95-EF077D8B4556}" destId="{A3167703-8D5B-4991-AD12-142E860B4504}" srcOrd="0" destOrd="0" presId="urn:microsoft.com/office/officeart/2005/8/layout/orgChart1"/>
    <dgm:cxn modelId="{E76F8311-0D85-419B-A26E-EBE5CBE0AC01}" type="presOf" srcId="{03B05AF0-F40A-4066-AB93-BC46C8446E27}" destId="{B8DC922D-5749-4B30-B8D8-E8D2AB42D10F}" srcOrd="0" destOrd="0" presId="urn:microsoft.com/office/officeart/2005/8/layout/orgChart1"/>
    <dgm:cxn modelId="{B0634B14-62AA-4DAC-865E-D5A00FD0560A}" srcId="{5DCDCF88-48D7-4184-9108-B46041464F02}" destId="{7C1A57EA-7057-4288-9AAE-258C28B5E35A}" srcOrd="3" destOrd="0" parTransId="{38D1F7C2-32B4-45DE-919B-3281748C146E}" sibTransId="{5D4922B1-EA1A-4011-9B76-3C8354CCD68F}"/>
    <dgm:cxn modelId="{2D688615-39C9-4805-BD84-274CA92D2778}" type="presOf" srcId="{102E3E90-792A-4DC4-AEC1-F41748AF417A}" destId="{86F76CA9-BEF0-4B92-9A4B-40375D6E8F7F}" srcOrd="0" destOrd="0" presId="urn:microsoft.com/office/officeart/2005/8/layout/orgChart1"/>
    <dgm:cxn modelId="{928F9517-0FF8-41F4-804E-FF39E5C4E1FE}" type="presOf" srcId="{0FDA6549-49F2-4859-B11F-B05005687E49}" destId="{4835A531-688D-4F2C-8956-B2DFC5E52192}" srcOrd="0" destOrd="0" presId="urn:microsoft.com/office/officeart/2005/8/layout/orgChart1"/>
    <dgm:cxn modelId="{1BE44A1C-2EBD-4F3D-996D-F815C7A2C082}" type="presOf" srcId="{8D86A4C8-0479-46A6-9DB0-6399B1FE668E}" destId="{A5EEFD21-4B0C-4A6E-A8FE-BD67B59783C9}" srcOrd="0" destOrd="0" presId="urn:microsoft.com/office/officeart/2005/8/layout/orgChart1"/>
    <dgm:cxn modelId="{D4D5D21D-869E-4550-AA53-36D67B6DC4EA}" type="presOf" srcId="{38D1F7C2-32B4-45DE-919B-3281748C146E}" destId="{C4F212DB-2340-4004-939A-40E102062FC8}" srcOrd="0" destOrd="0" presId="urn:microsoft.com/office/officeart/2005/8/layout/orgChart1"/>
    <dgm:cxn modelId="{9B421C1F-6397-4A76-9C3A-9CA60C1CE43F}" type="presOf" srcId="{6F8AF3F4-2697-4A97-8884-191EC27651E3}" destId="{1626DD30-443B-48B2-B8AD-39002E91BEE4}" srcOrd="0" destOrd="0" presId="urn:microsoft.com/office/officeart/2005/8/layout/orgChart1"/>
    <dgm:cxn modelId="{B759251F-DCCD-46F9-8A37-015234A83C21}" srcId="{433B3555-73F3-40C0-BDC2-1F5B3DA86E9A}" destId="{38BC9BF9-16D9-4E9A-B15D-5CAA0D9CB65A}" srcOrd="1" destOrd="0" parTransId="{ECA8D331-A3EB-4B96-8CB8-7C8A93AA64B4}" sibTransId="{E2DC62DF-DACE-4AB4-A86D-09E8519589C5}"/>
    <dgm:cxn modelId="{04E17A23-5319-40CD-A9E4-4E0CF6A14153}" type="presOf" srcId="{C66E1E55-4303-4BD7-8B19-079F08BBB772}" destId="{7DB9C1D4-643E-4E28-9925-6F3AFAB541D5}" srcOrd="0" destOrd="0" presId="urn:microsoft.com/office/officeart/2005/8/layout/orgChart1"/>
    <dgm:cxn modelId="{71C8E727-299D-4C4F-86A1-D1872B1AE04A}" type="presOf" srcId="{FF322DA9-D9CE-40F2-A874-CE17822DA996}" destId="{5BE26F1A-8CDC-4993-BD4C-1CEEDFE0A275}" srcOrd="0" destOrd="0" presId="urn:microsoft.com/office/officeart/2005/8/layout/orgChart1"/>
    <dgm:cxn modelId="{8EC78728-6BFD-4D63-87AC-8B90554A21E1}" srcId="{F3FF0B47-45F5-448A-8AD6-9D46D12DC4E2}" destId="{62FD8660-C1AB-47B5-BAFA-AFF60FDE4D07}" srcOrd="2" destOrd="0" parTransId="{4E27A84B-7026-468D-A781-A6743FE8EB14}" sibTransId="{ACC79A00-A980-45F1-BDEC-E9A1F6F2F316}"/>
    <dgm:cxn modelId="{5338E02B-F643-405E-9E37-6F4931FCA7C6}" srcId="{433B3555-73F3-40C0-BDC2-1F5B3DA86E9A}" destId="{4902BE87-889A-4DDA-AC0C-0C2D83D11FD3}" srcOrd="2" destOrd="0" parTransId="{74310B35-FA19-4CE1-A675-A1C7D15AC28D}" sibTransId="{6290EB00-3A48-489A-8AA5-4EEDAD8098A6}"/>
    <dgm:cxn modelId="{E3F57A2C-5F55-4C67-BEBF-C0F9FF9E86D9}" srcId="{5DCDCF88-48D7-4184-9108-B46041464F02}" destId="{1AF11885-49EB-455D-92A1-01C7CD1F69A5}" srcOrd="4" destOrd="0" parTransId="{5A87CC25-5C45-4E25-9FB2-3E49F6540EC4}" sibTransId="{91450973-E3D7-4EBC-A4D9-476C8C189191}"/>
    <dgm:cxn modelId="{EB94DA30-B3CE-4B20-B603-24BEA77F422F}" type="presOf" srcId="{DF1E64B6-D1D5-426D-A734-ED13100753B4}" destId="{F95CD333-8012-4477-8575-6A3BA90B006D}" srcOrd="1" destOrd="0" presId="urn:microsoft.com/office/officeart/2005/8/layout/orgChart1"/>
    <dgm:cxn modelId="{119A7E34-F1FD-40D6-981B-3386256CD74E}" type="presOf" srcId="{C3050007-EC6A-43FD-B5AB-5B89F5A744B1}" destId="{880C55D6-EEB8-4A08-9677-69844A1589C8}" srcOrd="0" destOrd="0" presId="urn:microsoft.com/office/officeart/2005/8/layout/orgChart1"/>
    <dgm:cxn modelId="{A9E6AB38-A1C6-4BB5-BE62-C0F5CADFA968}" srcId="{5DCDCF88-48D7-4184-9108-B46041464F02}" destId="{328D5368-0C44-4069-BF3B-D8681BCE5F54}" srcOrd="0" destOrd="0" parTransId="{CD6877CC-8563-4A8A-9452-44FDB7C91854}" sibTransId="{57A6269E-1385-4D12-B3A7-02A65B0305AA}"/>
    <dgm:cxn modelId="{65B35B3C-0F8F-4F48-99AD-B22E11EF31B1}" type="presOf" srcId="{62FD8660-C1AB-47B5-BAFA-AFF60FDE4D07}" destId="{D715D512-C9D1-4013-AA92-0FC57199A6FE}" srcOrd="1" destOrd="0" presId="urn:microsoft.com/office/officeart/2005/8/layout/orgChart1"/>
    <dgm:cxn modelId="{AD249C3C-71E5-41A2-BFA0-7886A9BDA6ED}" srcId="{F3FF0B47-45F5-448A-8AD6-9D46D12DC4E2}" destId="{DF1E64B6-D1D5-426D-A734-ED13100753B4}" srcOrd="0" destOrd="0" parTransId="{6505A816-7CC5-472E-81C0-19E89F0B7955}" sibTransId="{A48E74DC-BF3A-4079-8AFF-5408129EB1DB}"/>
    <dgm:cxn modelId="{1D11493E-F949-469E-B3A9-DD75F3B74FCA}" type="presOf" srcId="{03B05AF0-F40A-4066-AB93-BC46C8446E27}" destId="{6481FEF3-71AA-48B5-8005-6F136EC455CC}" srcOrd="1" destOrd="0" presId="urn:microsoft.com/office/officeart/2005/8/layout/orgChart1"/>
    <dgm:cxn modelId="{707FCD40-7930-450D-8C53-2331E438D366}" type="presOf" srcId="{0BCCB373-8423-4828-B9CB-8D403AA6DD62}" destId="{62A2D9DF-78B6-4DBB-9DE6-446E2D5FAAC2}" srcOrd="0" destOrd="0" presId="urn:microsoft.com/office/officeart/2005/8/layout/orgChart1"/>
    <dgm:cxn modelId="{3AD2F35B-DD68-49C4-9C89-6267D3288FA1}" type="presOf" srcId="{C66E1E55-4303-4BD7-8B19-079F08BBB772}" destId="{85AF105D-D4A7-4CF2-8C89-DB4956C2DE3C}" srcOrd="1" destOrd="0" presId="urn:microsoft.com/office/officeart/2005/8/layout/orgChart1"/>
    <dgm:cxn modelId="{5C8C695E-431B-41C4-B5C9-EB8720B58F6E}" type="presOf" srcId="{1AF11885-49EB-455D-92A1-01C7CD1F69A5}" destId="{89A18078-7A77-4308-B7BF-6FD8DFBA86CE}" srcOrd="0" destOrd="0" presId="urn:microsoft.com/office/officeart/2005/8/layout/orgChart1"/>
    <dgm:cxn modelId="{72AE785F-50CB-48DE-AE72-FC00E6E4740E}" srcId="{328D5368-0C44-4069-BF3B-D8681BCE5F54}" destId="{C66E1E55-4303-4BD7-8B19-079F08BBB772}" srcOrd="1" destOrd="0" parTransId="{AE18632A-E895-4F8A-B83E-DA4CB1BA89B0}" sibTransId="{9FD6DDD6-A5AE-45AD-AA06-B7D992E7C8F0}"/>
    <dgm:cxn modelId="{36159866-865F-4018-9602-CE4E9E0DA2F2}" type="presOf" srcId="{420245FE-E30A-44BB-AAD5-A02187413D66}" destId="{8F6D9EC0-89EE-4295-B8B7-811184D7CCB1}" srcOrd="1" destOrd="0" presId="urn:microsoft.com/office/officeart/2005/8/layout/orgChart1"/>
    <dgm:cxn modelId="{6CC87267-851A-4230-B4BF-2DA370EDE888}" type="presOf" srcId="{CAFE510D-2988-416F-953F-C179FBF03DFE}" destId="{3C39305B-FB48-4782-BA48-EE51624D6758}" srcOrd="1" destOrd="0" presId="urn:microsoft.com/office/officeart/2005/8/layout/orgChart1"/>
    <dgm:cxn modelId="{879D8948-8CBA-42FC-8DB4-BA289419C6A3}" type="presOf" srcId="{B909F135-01BC-4E71-B3FB-0CB9F9E6C989}" destId="{DF738623-4D38-4983-8DA2-D0472F1B0561}" srcOrd="1" destOrd="0" presId="urn:microsoft.com/office/officeart/2005/8/layout/orgChart1"/>
    <dgm:cxn modelId="{177CD068-3EEB-4ECC-B838-35CCBD07F775}" type="presOf" srcId="{F3FF0B47-45F5-448A-8AD6-9D46D12DC4E2}" destId="{65D97440-6C39-48B6-A313-2204D769B512}" srcOrd="1" destOrd="0" presId="urn:microsoft.com/office/officeart/2005/8/layout/orgChart1"/>
    <dgm:cxn modelId="{6B5FDB68-EDFA-41C9-81F9-607059B6DF7D}" srcId="{F3FF0B47-45F5-448A-8AD6-9D46D12DC4E2}" destId="{03B05AF0-F40A-4066-AB93-BC46C8446E27}" srcOrd="4" destOrd="0" parTransId="{DB12AFC7-E39A-4C70-B19A-3973C785AC55}" sibTransId="{DD3D497A-CC23-4139-871C-9DAAC4EF5419}"/>
    <dgm:cxn modelId="{CF9B2C49-77FF-4B17-B28D-E4A57EF6C078}" type="presOf" srcId="{1AF11885-49EB-455D-92A1-01C7CD1F69A5}" destId="{54A7C1AB-6016-4963-8654-7412DD5816CC}" srcOrd="1" destOrd="0" presId="urn:microsoft.com/office/officeart/2005/8/layout/orgChart1"/>
    <dgm:cxn modelId="{C5C1774A-51D6-4B8A-8FDC-B34F8D1AF3C3}" type="presOf" srcId="{433B3555-73F3-40C0-BDC2-1F5B3DA86E9A}" destId="{0EC6B487-6DD0-44D6-A44A-214BA6498226}" srcOrd="0" destOrd="0" presId="urn:microsoft.com/office/officeart/2005/8/layout/orgChart1"/>
    <dgm:cxn modelId="{EB633D6F-94C7-480B-8EFE-F33FABBC7D00}" srcId="{5DCDCF88-48D7-4184-9108-B46041464F02}" destId="{F3FF0B47-45F5-448A-8AD6-9D46D12DC4E2}" srcOrd="2" destOrd="0" parTransId="{FF322DA9-D9CE-40F2-A874-CE17822DA996}" sibTransId="{546026D7-C559-4761-9452-FDD1D94B814D}"/>
    <dgm:cxn modelId="{3928BE4F-0D75-4CA1-B5FF-432DDCFC700C}" srcId="{7C1A57EA-7057-4288-9AAE-258C28B5E35A}" destId="{81CFCAD7-4718-4D8C-9CD2-469513311B06}" srcOrd="1" destOrd="0" parTransId="{6DBBF120-5D43-48DD-ABD3-CEE14F0D3FB3}" sibTransId="{952CD5BB-FFB5-4821-AE6E-7DF81A34490A}"/>
    <dgm:cxn modelId="{0D6E7A51-D58F-49D7-8B20-91220F9BFBF7}" type="presOf" srcId="{8D559BE1-9DCC-451C-A50B-E07451BAA701}" destId="{BE942C59-1A0F-4B9B-9D88-B01E43ED8136}" srcOrd="0" destOrd="0" presId="urn:microsoft.com/office/officeart/2005/8/layout/orgChart1"/>
    <dgm:cxn modelId="{BC9D4352-6E13-43A7-83B8-D7416867D0EE}" srcId="{328D5368-0C44-4069-BF3B-D8681BCE5F54}" destId="{B909F135-01BC-4E71-B3FB-0CB9F9E6C989}" srcOrd="2" destOrd="0" parTransId="{5B78B4D6-8E4E-493F-B7B0-CE9FE9601BE9}" sibTransId="{930B98A1-FFAF-482F-83B4-AABB8EECEEEE}"/>
    <dgm:cxn modelId="{55DE9A74-0958-4E44-ADC2-AB373C566E5F}" type="presOf" srcId="{F45244FB-043D-4F50-B01E-9A7E622F5D87}" destId="{A62A9B4F-2F69-4C6C-AC38-9651677A3C3B}" srcOrd="0" destOrd="0" presId="urn:microsoft.com/office/officeart/2005/8/layout/orgChart1"/>
    <dgm:cxn modelId="{D6B6EE54-72F7-4877-8DE9-B5D3A5D6B656}" type="presOf" srcId="{5DCDCF88-48D7-4184-9108-B46041464F02}" destId="{B83B964D-4027-45B5-B267-66CCC74767BD}" srcOrd="1" destOrd="0" presId="urn:microsoft.com/office/officeart/2005/8/layout/orgChart1"/>
    <dgm:cxn modelId="{B9FD2A57-31C2-4DCA-B369-9738C55763A2}" type="presOf" srcId="{5A87CC25-5C45-4E25-9FB2-3E49F6540EC4}" destId="{A1BB080E-4ECB-408E-A946-2A2DBB7E7EF0}" srcOrd="0" destOrd="0" presId="urn:microsoft.com/office/officeart/2005/8/layout/orgChart1"/>
    <dgm:cxn modelId="{4ED53458-0440-4795-8B28-61EF4558B3DF}" type="presOf" srcId="{0FDA6549-49F2-4859-B11F-B05005687E49}" destId="{A31044DE-B56C-419C-A477-DBEFD78ADCB1}" srcOrd="1" destOrd="0" presId="urn:microsoft.com/office/officeart/2005/8/layout/orgChart1"/>
    <dgm:cxn modelId="{DC3BE658-C7AD-4594-AEBC-E51E29416746}" type="presOf" srcId="{5B78B4D6-8E4E-493F-B7B0-CE9FE9601BE9}" destId="{F21319A9-9236-4F64-B90A-A07F49E307AA}" srcOrd="0" destOrd="0" presId="urn:microsoft.com/office/officeart/2005/8/layout/orgChart1"/>
    <dgm:cxn modelId="{D9D08C79-63E0-47B5-8CBD-F62AFF4D5839}" type="presOf" srcId="{7E18C692-2DF5-4CE8-8696-40FC7111316E}" destId="{BA4A0D3F-D63F-4CDC-A528-FBAB5DCD5663}" srcOrd="0" destOrd="0" presId="urn:microsoft.com/office/officeart/2005/8/layout/orgChart1"/>
    <dgm:cxn modelId="{FC511180-5474-4562-AD29-3EC7A2849829}" type="presOf" srcId="{AE18632A-E895-4F8A-B83E-DA4CB1BA89B0}" destId="{1D5B8D0B-68EE-4E7E-962A-80562E89E507}" srcOrd="0" destOrd="0" presId="urn:microsoft.com/office/officeart/2005/8/layout/orgChart1"/>
    <dgm:cxn modelId="{481EFE81-EEEA-4177-9591-7E7A63F8B51C}" type="presOf" srcId="{7E18C692-2DF5-4CE8-8696-40FC7111316E}" destId="{1D3E0CE1-0D78-4730-8F3D-E2DD01E602D9}" srcOrd="1" destOrd="0" presId="urn:microsoft.com/office/officeart/2005/8/layout/orgChart1"/>
    <dgm:cxn modelId="{5BE95782-37BB-456A-B664-0954A78E057A}" type="presOf" srcId="{4902BE87-889A-4DDA-AC0C-0C2D83D11FD3}" destId="{A9E682DC-25D6-4B97-9D59-5A7A4DCDF9E3}" srcOrd="1" destOrd="0" presId="urn:microsoft.com/office/officeart/2005/8/layout/orgChart1"/>
    <dgm:cxn modelId="{520B4285-C8D2-406E-AFC1-EDD855D5CFCC}" type="presOf" srcId="{D2BCB3DE-E497-4232-96C7-E1A9A40F1FF4}" destId="{C490C875-FAD1-4E41-A964-51B94F5B1B53}" srcOrd="1" destOrd="0" presId="urn:microsoft.com/office/officeart/2005/8/layout/orgChart1"/>
    <dgm:cxn modelId="{C408CC85-8849-4A97-AC81-B97922554817}" type="presOf" srcId="{9712C0D1-DEF5-44EE-B3EC-9CDB5F237570}" destId="{C4990FD0-0C2C-42D8-9639-CA943894F94C}" srcOrd="0" destOrd="0" presId="urn:microsoft.com/office/officeart/2005/8/layout/orgChart1"/>
    <dgm:cxn modelId="{8669CD85-CF85-42C2-9BDE-33B16B81590F}" type="presOf" srcId="{2FAEDA01-97FA-4F59-B715-84AEC6CE4DE2}" destId="{5F9C880C-6BE7-4B69-95B5-7ACACD224E26}" srcOrd="1" destOrd="0" presId="urn:microsoft.com/office/officeart/2005/8/layout/orgChart1"/>
    <dgm:cxn modelId="{2962A187-AFB5-4150-9E88-916D9517FE10}" type="presOf" srcId="{848993B4-A30C-411D-96CE-6936B8AA505A}" destId="{CF823A6D-2603-40B3-9E13-76A76D79D39B}" srcOrd="0" destOrd="0" presId="urn:microsoft.com/office/officeart/2005/8/layout/orgChart1"/>
    <dgm:cxn modelId="{F0ABBD8B-E309-4350-9308-9C49C4930D4F}" srcId="{433B3555-73F3-40C0-BDC2-1F5B3DA86E9A}" destId="{D2BCB3DE-E497-4232-96C7-E1A9A40F1FF4}" srcOrd="0" destOrd="0" parTransId="{8D86A4C8-0479-46A6-9DB0-6399B1FE668E}" sibTransId="{D34FB78D-5ED6-464E-BBE9-8EE51F47C018}"/>
    <dgm:cxn modelId="{BCF7FA8E-7865-4069-80BD-EFC941378C44}" type="presOf" srcId="{CAFE510D-2988-416F-953F-C179FBF03DFE}" destId="{F03F6EF6-56FA-494C-8A5E-F4B8FBB110EE}" srcOrd="0" destOrd="0" presId="urn:microsoft.com/office/officeart/2005/8/layout/orgChart1"/>
    <dgm:cxn modelId="{F5DE208F-2CC6-4CE7-8D5D-4AA507A916B0}" srcId="{1AF11885-49EB-455D-92A1-01C7CD1F69A5}" destId="{420245FE-E30A-44BB-AAD5-A02187413D66}" srcOrd="1" destOrd="0" parTransId="{A5344299-A489-4F19-B494-C154CD8B4E34}" sibTransId="{657EAC59-9963-49B9-9B12-B92C8AD3D7B0}"/>
    <dgm:cxn modelId="{A31CD78F-730F-433A-AD67-DB848202CADB}" type="presOf" srcId="{2FAEDA01-97FA-4F59-B715-84AEC6CE4DE2}" destId="{3C5DBAEE-832F-45B1-ABEE-6833CEE14D2A}" srcOrd="0" destOrd="0" presId="urn:microsoft.com/office/officeart/2005/8/layout/orgChart1"/>
    <dgm:cxn modelId="{90E45197-488A-45A3-8FA7-26943D193742}" type="presOf" srcId="{7C1A57EA-7057-4288-9AAE-258C28B5E35A}" destId="{F1A55549-5C71-4B9D-88BE-BEB039BE22A7}" srcOrd="0" destOrd="0" presId="urn:microsoft.com/office/officeart/2005/8/layout/orgChart1"/>
    <dgm:cxn modelId="{44B7279F-9A44-4A7D-B3E0-1BBB0171848E}" type="presOf" srcId="{38BC9BF9-16D9-4E9A-B15D-5CAA0D9CB65A}" destId="{66F994BB-5A77-42F3-B105-C68371937470}" srcOrd="0" destOrd="0" presId="urn:microsoft.com/office/officeart/2005/8/layout/orgChart1"/>
    <dgm:cxn modelId="{521934A1-8E0D-4572-AE49-0A9A56808ACF}" srcId="{5DCDCF88-48D7-4184-9108-B46041464F02}" destId="{433B3555-73F3-40C0-BDC2-1F5B3DA86E9A}" srcOrd="1" destOrd="0" parTransId="{8D559BE1-9DCC-451C-A50B-E07451BAA701}" sibTransId="{075954C6-DE9B-4293-817E-8167F21DA0F2}"/>
    <dgm:cxn modelId="{443B3CA2-9B15-4813-9029-740E80C0EDD2}" type="presOf" srcId="{6DBBF120-5D43-48DD-ABD3-CEE14F0D3FB3}" destId="{8F8BF06F-2340-4DED-B2BC-2C73F847098E}" srcOrd="0" destOrd="0" presId="urn:microsoft.com/office/officeart/2005/8/layout/orgChart1"/>
    <dgm:cxn modelId="{B3A59DA7-A06A-4804-AED0-C73EC7D980E6}" type="presOf" srcId="{1D584FC9-7D1E-494A-9763-F4B22CCC8D0C}" destId="{867008CD-DDEA-4331-BDB7-BB6F6D2EC7D0}" srcOrd="0" destOrd="0" presId="urn:microsoft.com/office/officeart/2005/8/layout/orgChart1"/>
    <dgm:cxn modelId="{5F4C89AC-A875-4CCB-BE31-7A346D45BA4D}" type="presOf" srcId="{74310B35-FA19-4CE1-A675-A1C7D15AC28D}" destId="{C0C6CD79-CA5E-4FBA-85A0-969271E48F27}" srcOrd="0" destOrd="0" presId="urn:microsoft.com/office/officeart/2005/8/layout/orgChart1"/>
    <dgm:cxn modelId="{F2123FAD-24B0-4DB2-8C49-18CEC138ADA4}" type="presOf" srcId="{0DE88D32-64B4-40CB-A2B1-65B158B86614}" destId="{FBCD621A-4EA9-4D7F-90E5-35093583044C}" srcOrd="0" destOrd="0" presId="urn:microsoft.com/office/officeart/2005/8/layout/orgChart1"/>
    <dgm:cxn modelId="{DFED17AE-FA53-44CD-ACF7-7C585EAE347C}" srcId="{1AF11885-49EB-455D-92A1-01C7CD1F69A5}" destId="{32C3A8B7-67D8-4C91-8823-1F5280D64136}" srcOrd="3" destOrd="0" parTransId="{0BCCB373-8423-4828-B9CB-8D403AA6DD62}" sibTransId="{088461F0-7548-40C1-AF7D-72435E5154F7}"/>
    <dgm:cxn modelId="{A4803AAE-A9D7-4469-9B91-6B3C8863AA47}" srcId="{F3FF0B47-45F5-448A-8AD6-9D46D12DC4E2}" destId="{6F8AF3F4-2697-4A97-8884-191EC27651E3}" srcOrd="6" destOrd="0" parTransId="{1D584FC9-7D1E-494A-9763-F4B22CCC8D0C}" sibTransId="{4EEAA721-E0DF-4FE1-B891-1B6E7D61F17B}"/>
    <dgm:cxn modelId="{8D1FCBB0-9AEC-46FD-9B19-26F9E330E8A1}" type="presOf" srcId="{7C1A57EA-7057-4288-9AAE-258C28B5E35A}" destId="{FA84C111-A3C3-4264-BC54-2ED8865842FC}" srcOrd="1" destOrd="0" presId="urn:microsoft.com/office/officeart/2005/8/layout/orgChart1"/>
    <dgm:cxn modelId="{21D574B2-BA42-4F4E-BBDD-3143CAFFA43E}" type="presOf" srcId="{81CFCAD7-4718-4D8C-9CD2-469513311B06}" destId="{410DB14D-9677-4BB6-B3C9-9E4DEB245FE7}" srcOrd="0" destOrd="0" presId="urn:microsoft.com/office/officeart/2005/8/layout/orgChart1"/>
    <dgm:cxn modelId="{8C36DFB6-54B6-4454-A0D9-9C5AFA342E5C}" type="presOf" srcId="{32C3A8B7-67D8-4C91-8823-1F5280D64136}" destId="{CEEAC80A-0C45-45D0-BE56-26401BDAD51C}" srcOrd="0" destOrd="0" presId="urn:microsoft.com/office/officeart/2005/8/layout/orgChart1"/>
    <dgm:cxn modelId="{CB1C5FBA-486F-4338-BDA6-3AD293DC9D93}" srcId="{328D5368-0C44-4069-BF3B-D8681BCE5F54}" destId="{804E6DE6-21B6-4449-8FC7-C22EB3514499}" srcOrd="0" destOrd="0" parTransId="{6EE221AD-FBB9-4A1A-B3FA-FB09BCD9E657}" sibTransId="{0E451016-2F84-4EE3-B356-3E6E1BB80AF6}"/>
    <dgm:cxn modelId="{1AA01EBC-75D2-4D7D-8120-2EDCA8DA2D34}" srcId="{17E9B1AA-194F-4B48-ACC5-1C3D5119E043}" destId="{5DCDCF88-48D7-4184-9108-B46041464F02}" srcOrd="0" destOrd="0" parTransId="{C795A2D3-7123-4B5A-9BF2-8A92CB1E70BE}" sibTransId="{261FDD1E-1895-43FF-8F79-DBAFA1CECD6E}"/>
    <dgm:cxn modelId="{83A4ACBD-E555-4B5A-A297-C9A4C98F85A2}" type="presOf" srcId="{81CFCAD7-4718-4D8C-9CD2-469513311B06}" destId="{975AE61C-4DE5-4FB7-B2EB-9138A768C349}" srcOrd="1" destOrd="0" presId="urn:microsoft.com/office/officeart/2005/8/layout/orgChart1"/>
    <dgm:cxn modelId="{0D8FACBF-9B4C-4621-B77A-EEF04B51BB17}" type="presOf" srcId="{328D5368-0C44-4069-BF3B-D8681BCE5F54}" destId="{D0CBEF5E-EC99-4C88-92CC-2D033EB5157E}" srcOrd="1" destOrd="0" presId="urn:microsoft.com/office/officeart/2005/8/layout/orgChart1"/>
    <dgm:cxn modelId="{659AB6C1-9344-4C6E-BC50-E9EE196EEE67}" type="presOf" srcId="{4902BE87-889A-4DDA-AC0C-0C2D83D11FD3}" destId="{8C773694-84CC-473D-9E09-C0E668E2C45A}" srcOrd="0" destOrd="0" presId="urn:microsoft.com/office/officeart/2005/8/layout/orgChart1"/>
    <dgm:cxn modelId="{BA539EC2-EC08-4333-B7A8-E6D41B957756}" srcId="{F3FF0B47-45F5-448A-8AD6-9D46D12DC4E2}" destId="{031B552B-AE11-4E41-B38F-97DFE1868DD3}" srcOrd="5" destOrd="0" parTransId="{848993B4-A30C-411D-96CE-6936B8AA505A}" sibTransId="{8299C262-B5D7-4655-ABB0-F9F0B9A527AF}"/>
    <dgm:cxn modelId="{4193D9C2-D6A9-47A5-A398-ABF3AE773F7E}" type="presOf" srcId="{ECA8D331-A3EB-4B96-8CB8-7C8A93AA64B4}" destId="{9253AE92-C012-44F1-954B-26DDEC1A012B}" srcOrd="0" destOrd="0" presId="urn:microsoft.com/office/officeart/2005/8/layout/orgChart1"/>
    <dgm:cxn modelId="{987764C3-0B7F-4172-AAA5-C59BC18CE727}" type="presOf" srcId="{328D5368-0C44-4069-BF3B-D8681BCE5F54}" destId="{AC590782-ECBF-4B57-9DA2-5BFE9CFC2042}" srcOrd="0" destOrd="0" presId="urn:microsoft.com/office/officeart/2005/8/layout/orgChart1"/>
    <dgm:cxn modelId="{F4E517C6-D1A9-4721-913E-8497BD84DBC8}" type="presOf" srcId="{0DE88D32-64B4-40CB-A2B1-65B158B86614}" destId="{EA4915DB-3F97-4D79-BC65-927FFEAA934B}" srcOrd="1" destOrd="0" presId="urn:microsoft.com/office/officeart/2005/8/layout/orgChart1"/>
    <dgm:cxn modelId="{85BA74CA-16D9-4089-9108-ED3E5F116D33}" type="presOf" srcId="{DF1E64B6-D1D5-426D-A734-ED13100753B4}" destId="{39D53F75-2101-41E3-8BEA-7EBE87C51537}" srcOrd="0" destOrd="0" presId="urn:microsoft.com/office/officeart/2005/8/layout/orgChart1"/>
    <dgm:cxn modelId="{D0D0D7CE-34E3-4C61-8A34-91513CEAB9FF}" type="presOf" srcId="{D2706E7C-4757-4EB5-8532-731B741F48BB}" destId="{AA84BE51-3D4C-4EE4-A266-730FFC32B085}" srcOrd="0" destOrd="0" presId="urn:microsoft.com/office/officeart/2005/8/layout/orgChart1"/>
    <dgm:cxn modelId="{772545CF-BC50-4F41-980A-288F3B73F61F}" type="presOf" srcId="{17E9B1AA-194F-4B48-ACC5-1C3D5119E043}" destId="{95D58555-5B2B-44EB-8D51-65F708FC105E}" srcOrd="0" destOrd="0" presId="urn:microsoft.com/office/officeart/2005/8/layout/orgChart1"/>
    <dgm:cxn modelId="{F400D9D0-ED1E-4B9D-87E1-8B015D2E1A70}" type="presOf" srcId="{433B3555-73F3-40C0-BDC2-1F5B3DA86E9A}" destId="{812B2242-09A3-4E0F-9F03-D56A15DD0D88}" srcOrd="1" destOrd="0" presId="urn:microsoft.com/office/officeart/2005/8/layout/orgChart1"/>
    <dgm:cxn modelId="{569E1DD1-D765-43A3-8282-F1C1FC946863}" srcId="{F3FF0B47-45F5-448A-8AD6-9D46D12DC4E2}" destId="{C3050007-EC6A-43FD-B5AB-5B89F5A744B1}" srcOrd="3" destOrd="0" parTransId="{D2706E7C-4757-4EB5-8532-731B741F48BB}" sibTransId="{08C7E623-17D2-435B-8744-CFB44C68640D}"/>
    <dgm:cxn modelId="{994158D3-B82B-425A-B073-F31BB2419941}" type="presOf" srcId="{D2BCB3DE-E497-4232-96C7-E1A9A40F1FF4}" destId="{CFFFB2BA-30B2-4648-9B9D-11711336DA0A}" srcOrd="0" destOrd="0" presId="urn:microsoft.com/office/officeart/2005/8/layout/orgChart1"/>
    <dgm:cxn modelId="{7BF597D6-071B-4A23-8BFE-D3624E9A3BE4}" type="presOf" srcId="{6F8AF3F4-2697-4A97-8884-191EC27651E3}" destId="{18D8B9C8-AA68-44C1-9B40-837D40624816}" srcOrd="1" destOrd="0" presId="urn:microsoft.com/office/officeart/2005/8/layout/orgChart1"/>
    <dgm:cxn modelId="{C0BA83DA-7DAF-4FD6-8646-2E3F037DACBA}" type="presOf" srcId="{6505A816-7CC5-472E-81C0-19E89F0B7955}" destId="{3E14B323-8F13-49CD-8164-47D820E32BE2}" srcOrd="0" destOrd="0" presId="urn:microsoft.com/office/officeart/2005/8/layout/orgChart1"/>
    <dgm:cxn modelId="{FAD0C6E1-8809-44B1-8BEA-2AF25F6A3FAC}" type="presOf" srcId="{BC0DF71A-16BC-4812-9D8A-EE9634A5FE3B}" destId="{A73C7C09-6AD6-4F10-AABD-0009DF2CC3EF}" srcOrd="0" destOrd="0" presId="urn:microsoft.com/office/officeart/2005/8/layout/orgChart1"/>
    <dgm:cxn modelId="{188555E5-9E09-43BC-A740-FAC077C4C291}" srcId="{433B3555-73F3-40C0-BDC2-1F5B3DA86E9A}" destId="{7E18C692-2DF5-4CE8-8696-40FC7111316E}" srcOrd="3" destOrd="0" parTransId="{AA9BBDDB-3E6B-4B17-BC95-EF077D8B4556}" sibTransId="{6DC243C0-DBB9-4FFF-BC96-319CDCBA23B4}"/>
    <dgm:cxn modelId="{9DE942E8-A328-4B95-92D5-B94105A2AB1E}" type="presOf" srcId="{804E6DE6-21B6-4449-8FC7-C22EB3514499}" destId="{56852AD6-4E20-42F0-B824-FCB8538430E1}" srcOrd="0" destOrd="0" presId="urn:microsoft.com/office/officeart/2005/8/layout/orgChart1"/>
    <dgm:cxn modelId="{1F08EBE9-1E3B-4E68-985B-240F4CD858DC}" srcId="{1AF11885-49EB-455D-92A1-01C7CD1F69A5}" destId="{0DE88D32-64B4-40CB-A2B1-65B158B86614}" srcOrd="0" destOrd="0" parTransId="{F45244FB-043D-4F50-B01E-9A7E622F5D87}" sibTransId="{E1B62D50-21D8-49B5-8859-E7212E135234}"/>
    <dgm:cxn modelId="{8A3800EE-2BB9-4E0A-A1DD-9B26B2C88E1A}" type="presOf" srcId="{32C3A8B7-67D8-4C91-8823-1F5280D64136}" destId="{DA67803A-0B7E-41A6-89E3-3E81CC6FC165}" srcOrd="1" destOrd="0" presId="urn:microsoft.com/office/officeart/2005/8/layout/orgChart1"/>
    <dgm:cxn modelId="{92071BEF-9856-49AB-9ADC-2972F64F3DB7}" type="presOf" srcId="{420245FE-E30A-44BB-AAD5-A02187413D66}" destId="{394C727F-1F85-461B-81F7-D289C4CBE9A6}" srcOrd="0" destOrd="0" presId="urn:microsoft.com/office/officeart/2005/8/layout/orgChart1"/>
    <dgm:cxn modelId="{75A54FF2-BD29-4899-96AF-DD641AF44639}" type="presOf" srcId="{A5344299-A489-4F19-B494-C154CD8B4E34}" destId="{9CAE8CA9-D45B-45E5-A073-48541F8CF0CC}" srcOrd="0" destOrd="0" presId="urn:microsoft.com/office/officeart/2005/8/layout/orgChart1"/>
    <dgm:cxn modelId="{018925F3-BD72-46C2-B77D-85C1F9FD1E6C}" srcId="{1AF11885-49EB-455D-92A1-01C7CD1F69A5}" destId="{2FAEDA01-97FA-4F59-B715-84AEC6CE4DE2}" srcOrd="2" destOrd="0" parTransId="{102E3E90-792A-4DC4-AEC1-F41748AF417A}" sibTransId="{A3E6BA1C-0610-43C7-B1B2-E2DD31F045FA}"/>
    <dgm:cxn modelId="{EA0BFBF3-C2A7-4E93-BA84-CD843F26E4D9}" type="presOf" srcId="{F3FF0B47-45F5-448A-8AD6-9D46D12DC4E2}" destId="{AAB00D0C-21D9-455E-8BC2-0C9020EAC960}" srcOrd="0" destOrd="0" presId="urn:microsoft.com/office/officeart/2005/8/layout/orgChart1"/>
    <dgm:cxn modelId="{12983FF7-AD61-4D91-A1D9-327E0E6BC7B5}" type="presOf" srcId="{C3050007-EC6A-43FD-B5AB-5B89F5A744B1}" destId="{7B008ABC-B153-4ACF-9E5A-68C7F3D0D777}" srcOrd="1" destOrd="0" presId="urn:microsoft.com/office/officeart/2005/8/layout/orgChart1"/>
    <dgm:cxn modelId="{E3FA9EF7-15B9-449E-8827-D5E24FB07A61}" type="presOf" srcId="{5DCDCF88-48D7-4184-9108-B46041464F02}" destId="{7BA9874F-4E1C-420C-999A-BEB722DB8C5C}" srcOrd="0" destOrd="0" presId="urn:microsoft.com/office/officeart/2005/8/layout/orgChart1"/>
    <dgm:cxn modelId="{CD2CF8F7-57A8-47E0-8B89-5439BC2ED133}" type="presOf" srcId="{B909F135-01BC-4E71-B3FB-0CB9F9E6C989}" destId="{C3443C9F-B914-4102-99A0-2E52791C2E1E}" srcOrd="0" destOrd="0" presId="urn:microsoft.com/office/officeart/2005/8/layout/orgChart1"/>
    <dgm:cxn modelId="{F7E1C1FA-A1DA-4FC5-B1FE-E497AF10826F}" type="presOf" srcId="{62FD8660-C1AB-47B5-BAFA-AFF60FDE4D07}" destId="{9F255E0C-84F8-4184-8A0E-18C782A503FD}" srcOrd="0" destOrd="0" presId="urn:microsoft.com/office/officeart/2005/8/layout/orgChart1"/>
    <dgm:cxn modelId="{AB0E5AFD-1AAA-40A2-AB16-0A75BE7652A6}" type="presOf" srcId="{38BC9BF9-16D9-4E9A-B15D-5CAA0D9CB65A}" destId="{83B5AA19-539C-4C82-AA47-B47E60B5755E}" srcOrd="1" destOrd="0" presId="urn:microsoft.com/office/officeart/2005/8/layout/orgChart1"/>
    <dgm:cxn modelId="{41DEDBFE-8AD1-4250-8084-58080EFA485F}" srcId="{F3FF0B47-45F5-448A-8AD6-9D46D12DC4E2}" destId="{CAFE510D-2988-416F-953F-C179FBF03DFE}" srcOrd="1" destOrd="0" parTransId="{9712C0D1-DEF5-44EE-B3EC-9CDB5F237570}" sibTransId="{CE6FC368-74F6-48DF-97D9-584B1740FBF9}"/>
    <dgm:cxn modelId="{B47F95EF-B5FF-488E-82DD-41DC400D5DA4}" type="presParOf" srcId="{95D58555-5B2B-44EB-8D51-65F708FC105E}" destId="{42A7BA52-ADFD-48A7-BA46-738DD1B9A3BD}" srcOrd="0" destOrd="0" presId="urn:microsoft.com/office/officeart/2005/8/layout/orgChart1"/>
    <dgm:cxn modelId="{E78EDA92-3C4B-4791-AEA8-568DFF8AE01E}" type="presParOf" srcId="{42A7BA52-ADFD-48A7-BA46-738DD1B9A3BD}" destId="{BDD7C312-7976-42EF-BB78-5553828DF718}" srcOrd="0" destOrd="0" presId="urn:microsoft.com/office/officeart/2005/8/layout/orgChart1"/>
    <dgm:cxn modelId="{C38DE1CD-BBF3-4A11-8907-15755D23AEFA}" type="presParOf" srcId="{BDD7C312-7976-42EF-BB78-5553828DF718}" destId="{7BA9874F-4E1C-420C-999A-BEB722DB8C5C}" srcOrd="0" destOrd="0" presId="urn:microsoft.com/office/officeart/2005/8/layout/orgChart1"/>
    <dgm:cxn modelId="{A09E5065-4197-4D4E-A824-B41BA45E30DC}" type="presParOf" srcId="{BDD7C312-7976-42EF-BB78-5553828DF718}" destId="{B83B964D-4027-45B5-B267-66CCC74767BD}" srcOrd="1" destOrd="0" presId="urn:microsoft.com/office/officeart/2005/8/layout/orgChart1"/>
    <dgm:cxn modelId="{CCB8BF6F-92B4-4D0E-99E6-3E4561344E04}" type="presParOf" srcId="{42A7BA52-ADFD-48A7-BA46-738DD1B9A3BD}" destId="{1FDAB54A-6834-4DE6-BF02-3A3F05287F5D}" srcOrd="1" destOrd="0" presId="urn:microsoft.com/office/officeart/2005/8/layout/orgChart1"/>
    <dgm:cxn modelId="{318022C7-67AC-41E7-8B62-01104BEA0A6E}" type="presParOf" srcId="{1FDAB54A-6834-4DE6-BF02-3A3F05287F5D}" destId="{CA017B30-C280-46F7-8869-0B44F3F63368}" srcOrd="0" destOrd="0" presId="urn:microsoft.com/office/officeart/2005/8/layout/orgChart1"/>
    <dgm:cxn modelId="{446A69EB-DE7E-4BC2-A212-8DEECEE7335C}" type="presParOf" srcId="{1FDAB54A-6834-4DE6-BF02-3A3F05287F5D}" destId="{7372E413-911E-4998-88C9-BA2EF93967D1}" srcOrd="1" destOrd="0" presId="urn:microsoft.com/office/officeart/2005/8/layout/orgChart1"/>
    <dgm:cxn modelId="{F7A0B93F-2BF5-416C-8AC1-60CFB66D1386}" type="presParOf" srcId="{7372E413-911E-4998-88C9-BA2EF93967D1}" destId="{C84612F6-F1AD-4C19-A849-F22D75B3CB1E}" srcOrd="0" destOrd="0" presId="urn:microsoft.com/office/officeart/2005/8/layout/orgChart1"/>
    <dgm:cxn modelId="{E41245C2-69D2-442F-A825-0E07054B181E}" type="presParOf" srcId="{C84612F6-F1AD-4C19-A849-F22D75B3CB1E}" destId="{AC590782-ECBF-4B57-9DA2-5BFE9CFC2042}" srcOrd="0" destOrd="0" presId="urn:microsoft.com/office/officeart/2005/8/layout/orgChart1"/>
    <dgm:cxn modelId="{00BFC8A4-46A9-493B-BA2C-070AAADD1F04}" type="presParOf" srcId="{C84612F6-F1AD-4C19-A849-F22D75B3CB1E}" destId="{D0CBEF5E-EC99-4C88-92CC-2D033EB5157E}" srcOrd="1" destOrd="0" presId="urn:microsoft.com/office/officeart/2005/8/layout/orgChart1"/>
    <dgm:cxn modelId="{EF858895-1250-423D-94E7-92CDEC85C621}" type="presParOf" srcId="{7372E413-911E-4998-88C9-BA2EF93967D1}" destId="{2E40A677-EBF3-4708-9163-97E27CA2253D}" srcOrd="1" destOrd="0" presId="urn:microsoft.com/office/officeart/2005/8/layout/orgChart1"/>
    <dgm:cxn modelId="{580F6E4C-C724-4BBA-B96E-60EA5E74142C}" type="presParOf" srcId="{2E40A677-EBF3-4708-9163-97E27CA2253D}" destId="{A1E400F9-0FE9-41AC-8954-95186AD83A43}" srcOrd="0" destOrd="0" presId="urn:microsoft.com/office/officeart/2005/8/layout/orgChart1"/>
    <dgm:cxn modelId="{352E9BD0-7D26-4386-B44D-AD4FC7502D95}" type="presParOf" srcId="{2E40A677-EBF3-4708-9163-97E27CA2253D}" destId="{9A5A93F4-9B87-4CAC-9570-C6F223BB8C16}" srcOrd="1" destOrd="0" presId="urn:microsoft.com/office/officeart/2005/8/layout/orgChart1"/>
    <dgm:cxn modelId="{DC27D036-E195-4D56-B249-E9C3566DD41B}" type="presParOf" srcId="{9A5A93F4-9B87-4CAC-9570-C6F223BB8C16}" destId="{C644E0C1-5C18-440C-BC4B-2A6B38AA8650}" srcOrd="0" destOrd="0" presId="urn:microsoft.com/office/officeart/2005/8/layout/orgChart1"/>
    <dgm:cxn modelId="{B0E331A4-4DC5-4056-891E-A4D1AC90A2E2}" type="presParOf" srcId="{C644E0C1-5C18-440C-BC4B-2A6B38AA8650}" destId="{56852AD6-4E20-42F0-B824-FCB8538430E1}" srcOrd="0" destOrd="0" presId="urn:microsoft.com/office/officeart/2005/8/layout/orgChart1"/>
    <dgm:cxn modelId="{D06E3664-DF13-447F-8DD1-1A517BD4C8A5}" type="presParOf" srcId="{C644E0C1-5C18-440C-BC4B-2A6B38AA8650}" destId="{8C532492-681B-4DC3-92B6-A23DF23D3608}" srcOrd="1" destOrd="0" presId="urn:microsoft.com/office/officeart/2005/8/layout/orgChart1"/>
    <dgm:cxn modelId="{C382A6EF-1A94-44EE-815C-CCC9654F635B}" type="presParOf" srcId="{9A5A93F4-9B87-4CAC-9570-C6F223BB8C16}" destId="{5BA757AF-9CE6-421C-A6CB-ACE0AB294E72}" srcOrd="1" destOrd="0" presId="urn:microsoft.com/office/officeart/2005/8/layout/orgChart1"/>
    <dgm:cxn modelId="{21EF047B-DC27-4460-BA67-741769D0E97B}" type="presParOf" srcId="{9A5A93F4-9B87-4CAC-9570-C6F223BB8C16}" destId="{7E2012AF-0201-4272-A3D4-84ACA7290E61}" srcOrd="2" destOrd="0" presId="urn:microsoft.com/office/officeart/2005/8/layout/orgChart1"/>
    <dgm:cxn modelId="{9E3C9513-E62F-43CC-8029-0D5854F74E83}" type="presParOf" srcId="{2E40A677-EBF3-4708-9163-97E27CA2253D}" destId="{1D5B8D0B-68EE-4E7E-962A-80562E89E507}" srcOrd="2" destOrd="0" presId="urn:microsoft.com/office/officeart/2005/8/layout/orgChart1"/>
    <dgm:cxn modelId="{A837E33B-0659-4CA8-9755-E1838B6D6E36}" type="presParOf" srcId="{2E40A677-EBF3-4708-9163-97E27CA2253D}" destId="{32888557-2DF2-493B-AE13-E6890675C286}" srcOrd="3" destOrd="0" presId="urn:microsoft.com/office/officeart/2005/8/layout/orgChart1"/>
    <dgm:cxn modelId="{FCD465C1-ED48-4903-84F3-F9A412291CCF}" type="presParOf" srcId="{32888557-2DF2-493B-AE13-E6890675C286}" destId="{1AB19D5B-B1A7-4294-9E18-5E7B19EFDC4F}" srcOrd="0" destOrd="0" presId="urn:microsoft.com/office/officeart/2005/8/layout/orgChart1"/>
    <dgm:cxn modelId="{19F905BC-CC77-44D7-97AA-FF070B732B85}" type="presParOf" srcId="{1AB19D5B-B1A7-4294-9E18-5E7B19EFDC4F}" destId="{7DB9C1D4-643E-4E28-9925-6F3AFAB541D5}" srcOrd="0" destOrd="0" presId="urn:microsoft.com/office/officeart/2005/8/layout/orgChart1"/>
    <dgm:cxn modelId="{FD05AD38-2CAE-4712-A0B5-C3C5B24C137E}" type="presParOf" srcId="{1AB19D5B-B1A7-4294-9E18-5E7B19EFDC4F}" destId="{85AF105D-D4A7-4CF2-8C89-DB4956C2DE3C}" srcOrd="1" destOrd="0" presId="urn:microsoft.com/office/officeart/2005/8/layout/orgChart1"/>
    <dgm:cxn modelId="{90B6AAF8-6A2B-483B-941E-42348FBD81BB}" type="presParOf" srcId="{32888557-2DF2-493B-AE13-E6890675C286}" destId="{CE9657AC-57CD-41CC-ABF7-82F353E4A504}" srcOrd="1" destOrd="0" presId="urn:microsoft.com/office/officeart/2005/8/layout/orgChart1"/>
    <dgm:cxn modelId="{7A625943-16CB-41E1-A4CB-172E21A294C8}" type="presParOf" srcId="{32888557-2DF2-493B-AE13-E6890675C286}" destId="{0D3E7F82-2E36-461F-A36F-425A2C94EE5F}" srcOrd="2" destOrd="0" presId="urn:microsoft.com/office/officeart/2005/8/layout/orgChart1"/>
    <dgm:cxn modelId="{5603666F-913F-4D4E-BD4C-07068115C253}" type="presParOf" srcId="{2E40A677-EBF3-4708-9163-97E27CA2253D}" destId="{F21319A9-9236-4F64-B90A-A07F49E307AA}" srcOrd="4" destOrd="0" presId="urn:microsoft.com/office/officeart/2005/8/layout/orgChart1"/>
    <dgm:cxn modelId="{D5C51D8A-20DC-4523-B7A8-51481C404C13}" type="presParOf" srcId="{2E40A677-EBF3-4708-9163-97E27CA2253D}" destId="{56CB62A4-B6C2-4944-84C1-A8D98DC2AA83}" srcOrd="5" destOrd="0" presId="urn:microsoft.com/office/officeart/2005/8/layout/orgChart1"/>
    <dgm:cxn modelId="{162BAD3A-7EA1-4438-B27C-9C9C365840DA}" type="presParOf" srcId="{56CB62A4-B6C2-4944-84C1-A8D98DC2AA83}" destId="{8803FBB3-78A2-4EDC-9F1E-1CB5D07B5326}" srcOrd="0" destOrd="0" presId="urn:microsoft.com/office/officeart/2005/8/layout/orgChart1"/>
    <dgm:cxn modelId="{55D3DF48-FCF8-4DAF-B90E-A79583D774C6}" type="presParOf" srcId="{8803FBB3-78A2-4EDC-9F1E-1CB5D07B5326}" destId="{C3443C9F-B914-4102-99A0-2E52791C2E1E}" srcOrd="0" destOrd="0" presId="urn:microsoft.com/office/officeart/2005/8/layout/orgChart1"/>
    <dgm:cxn modelId="{2E9FF755-A195-4123-8874-82DFE831D778}" type="presParOf" srcId="{8803FBB3-78A2-4EDC-9F1E-1CB5D07B5326}" destId="{DF738623-4D38-4983-8DA2-D0472F1B0561}" srcOrd="1" destOrd="0" presId="urn:microsoft.com/office/officeart/2005/8/layout/orgChart1"/>
    <dgm:cxn modelId="{EE084FAE-E8CE-42D9-A901-8A908B12DADE}" type="presParOf" srcId="{56CB62A4-B6C2-4944-84C1-A8D98DC2AA83}" destId="{FF3BBBBF-7F1E-42E8-90F6-EF84F4F4D31D}" srcOrd="1" destOrd="0" presId="urn:microsoft.com/office/officeart/2005/8/layout/orgChart1"/>
    <dgm:cxn modelId="{7876DC09-7324-41DC-BF61-8B3474F691D2}" type="presParOf" srcId="{56CB62A4-B6C2-4944-84C1-A8D98DC2AA83}" destId="{6A7B9D71-D19D-4504-A673-421F4B31AE88}" srcOrd="2" destOrd="0" presId="urn:microsoft.com/office/officeart/2005/8/layout/orgChart1"/>
    <dgm:cxn modelId="{47FB5128-C339-4B18-AF1E-50B5F8090AE0}" type="presParOf" srcId="{7372E413-911E-4998-88C9-BA2EF93967D1}" destId="{4DFD0C44-53F9-4551-A4A7-6D7946DD2BC0}" srcOrd="2" destOrd="0" presId="urn:microsoft.com/office/officeart/2005/8/layout/orgChart1"/>
    <dgm:cxn modelId="{D8AFBCA8-BF65-49C8-9F3C-DAE0AAFF9CBF}" type="presParOf" srcId="{1FDAB54A-6834-4DE6-BF02-3A3F05287F5D}" destId="{BE942C59-1A0F-4B9B-9D88-B01E43ED8136}" srcOrd="2" destOrd="0" presId="urn:microsoft.com/office/officeart/2005/8/layout/orgChart1"/>
    <dgm:cxn modelId="{608E5931-024E-4E62-BE3D-F0E891937A02}" type="presParOf" srcId="{1FDAB54A-6834-4DE6-BF02-3A3F05287F5D}" destId="{37E3AF24-ED6D-4AA9-B9D0-F301197A90A6}" srcOrd="3" destOrd="0" presId="urn:microsoft.com/office/officeart/2005/8/layout/orgChart1"/>
    <dgm:cxn modelId="{8F83E2E9-663F-4590-A657-2CBB1876F6B3}" type="presParOf" srcId="{37E3AF24-ED6D-4AA9-B9D0-F301197A90A6}" destId="{35B777A6-002B-45FE-9A19-B23A2A605EA0}" srcOrd="0" destOrd="0" presId="urn:microsoft.com/office/officeart/2005/8/layout/orgChart1"/>
    <dgm:cxn modelId="{A874DAA4-11BE-4C4B-B267-4D1CBB6AE0F3}" type="presParOf" srcId="{35B777A6-002B-45FE-9A19-B23A2A605EA0}" destId="{0EC6B487-6DD0-44D6-A44A-214BA6498226}" srcOrd="0" destOrd="0" presId="urn:microsoft.com/office/officeart/2005/8/layout/orgChart1"/>
    <dgm:cxn modelId="{FF506B96-EACA-42BB-B167-ACF8DE92727C}" type="presParOf" srcId="{35B777A6-002B-45FE-9A19-B23A2A605EA0}" destId="{812B2242-09A3-4E0F-9F03-D56A15DD0D88}" srcOrd="1" destOrd="0" presId="urn:microsoft.com/office/officeart/2005/8/layout/orgChart1"/>
    <dgm:cxn modelId="{947E5072-2DD5-4C96-A001-B3F67D399A47}" type="presParOf" srcId="{37E3AF24-ED6D-4AA9-B9D0-F301197A90A6}" destId="{2CF2F8D2-5BDB-4AA4-9928-4666B504C0EB}" srcOrd="1" destOrd="0" presId="urn:microsoft.com/office/officeart/2005/8/layout/orgChart1"/>
    <dgm:cxn modelId="{434821CF-1DB6-4A30-BC56-DD8A47EB5AE9}" type="presParOf" srcId="{2CF2F8D2-5BDB-4AA4-9928-4666B504C0EB}" destId="{A5EEFD21-4B0C-4A6E-A8FE-BD67B59783C9}" srcOrd="0" destOrd="0" presId="urn:microsoft.com/office/officeart/2005/8/layout/orgChart1"/>
    <dgm:cxn modelId="{26B5BE3E-7820-46EC-978C-C5D4531F905A}" type="presParOf" srcId="{2CF2F8D2-5BDB-4AA4-9928-4666B504C0EB}" destId="{D592642C-784E-459F-BA37-927E8E0E7825}" srcOrd="1" destOrd="0" presId="urn:microsoft.com/office/officeart/2005/8/layout/orgChart1"/>
    <dgm:cxn modelId="{B78367CB-CED0-4D8D-A2A4-E20CB3E253E4}" type="presParOf" srcId="{D592642C-784E-459F-BA37-927E8E0E7825}" destId="{FA7E612C-EB7A-4EA1-8312-42779453180D}" srcOrd="0" destOrd="0" presId="urn:microsoft.com/office/officeart/2005/8/layout/orgChart1"/>
    <dgm:cxn modelId="{F8F55710-AC19-47F5-B19A-F6A6F3B3579D}" type="presParOf" srcId="{FA7E612C-EB7A-4EA1-8312-42779453180D}" destId="{CFFFB2BA-30B2-4648-9B9D-11711336DA0A}" srcOrd="0" destOrd="0" presId="urn:microsoft.com/office/officeart/2005/8/layout/orgChart1"/>
    <dgm:cxn modelId="{88AEFD03-B2D3-4894-ACE4-A35C0F3DDB1C}" type="presParOf" srcId="{FA7E612C-EB7A-4EA1-8312-42779453180D}" destId="{C490C875-FAD1-4E41-A964-51B94F5B1B53}" srcOrd="1" destOrd="0" presId="urn:microsoft.com/office/officeart/2005/8/layout/orgChart1"/>
    <dgm:cxn modelId="{C8800974-71EF-4C4F-90EB-752F91811E87}" type="presParOf" srcId="{D592642C-784E-459F-BA37-927E8E0E7825}" destId="{6AE0E4CA-9D7A-45F4-B08F-D9D8AFCCC154}" srcOrd="1" destOrd="0" presId="urn:microsoft.com/office/officeart/2005/8/layout/orgChart1"/>
    <dgm:cxn modelId="{7EFC49FA-039A-4909-9B68-65A0132F673B}" type="presParOf" srcId="{D592642C-784E-459F-BA37-927E8E0E7825}" destId="{5259C20D-318C-4232-8AAD-AD7012369A88}" srcOrd="2" destOrd="0" presId="urn:microsoft.com/office/officeart/2005/8/layout/orgChart1"/>
    <dgm:cxn modelId="{8DA00F86-7C66-4486-A62A-979608E632C4}" type="presParOf" srcId="{2CF2F8D2-5BDB-4AA4-9928-4666B504C0EB}" destId="{9253AE92-C012-44F1-954B-26DDEC1A012B}" srcOrd="2" destOrd="0" presId="urn:microsoft.com/office/officeart/2005/8/layout/orgChart1"/>
    <dgm:cxn modelId="{1DC20808-0F76-4A66-8FB8-A5023514CE45}" type="presParOf" srcId="{2CF2F8D2-5BDB-4AA4-9928-4666B504C0EB}" destId="{8CDB8F44-741F-4522-8601-C1559C3D964A}" srcOrd="3" destOrd="0" presId="urn:microsoft.com/office/officeart/2005/8/layout/orgChart1"/>
    <dgm:cxn modelId="{380C0216-05E5-4BC8-9EAD-E04655F5B592}" type="presParOf" srcId="{8CDB8F44-741F-4522-8601-C1559C3D964A}" destId="{98C7992E-8B63-42A7-9DD4-E0EBD1AF0D53}" srcOrd="0" destOrd="0" presId="urn:microsoft.com/office/officeart/2005/8/layout/orgChart1"/>
    <dgm:cxn modelId="{1DA6CD0B-43F1-470F-AFD8-0E3F527316BF}" type="presParOf" srcId="{98C7992E-8B63-42A7-9DD4-E0EBD1AF0D53}" destId="{66F994BB-5A77-42F3-B105-C68371937470}" srcOrd="0" destOrd="0" presId="urn:microsoft.com/office/officeart/2005/8/layout/orgChart1"/>
    <dgm:cxn modelId="{9829AFF6-8A31-4045-AA40-BB31F48863CB}" type="presParOf" srcId="{98C7992E-8B63-42A7-9DD4-E0EBD1AF0D53}" destId="{83B5AA19-539C-4C82-AA47-B47E60B5755E}" srcOrd="1" destOrd="0" presId="urn:microsoft.com/office/officeart/2005/8/layout/orgChart1"/>
    <dgm:cxn modelId="{CD2DF094-963B-4D18-96A5-0856FA9D520B}" type="presParOf" srcId="{8CDB8F44-741F-4522-8601-C1559C3D964A}" destId="{06FDB072-477B-454F-B311-8F7DCAFF685B}" srcOrd="1" destOrd="0" presId="urn:microsoft.com/office/officeart/2005/8/layout/orgChart1"/>
    <dgm:cxn modelId="{40D284EA-6818-4A7D-B2BE-03175802CF69}" type="presParOf" srcId="{8CDB8F44-741F-4522-8601-C1559C3D964A}" destId="{2F09B9FF-222A-4418-956E-62E22F13A8F6}" srcOrd="2" destOrd="0" presId="urn:microsoft.com/office/officeart/2005/8/layout/orgChart1"/>
    <dgm:cxn modelId="{D44D2130-9136-4FE6-91FA-0442C31243DB}" type="presParOf" srcId="{2CF2F8D2-5BDB-4AA4-9928-4666B504C0EB}" destId="{C0C6CD79-CA5E-4FBA-85A0-969271E48F27}" srcOrd="4" destOrd="0" presId="urn:microsoft.com/office/officeart/2005/8/layout/orgChart1"/>
    <dgm:cxn modelId="{59BFF95E-3A25-4017-A269-DFD8FA05CD3D}" type="presParOf" srcId="{2CF2F8D2-5BDB-4AA4-9928-4666B504C0EB}" destId="{4A902AAA-2E6B-4025-A4A8-FFF8611967C0}" srcOrd="5" destOrd="0" presId="urn:microsoft.com/office/officeart/2005/8/layout/orgChart1"/>
    <dgm:cxn modelId="{5D0D3A78-C555-4FBE-BF5A-5E594BF245F9}" type="presParOf" srcId="{4A902AAA-2E6B-4025-A4A8-FFF8611967C0}" destId="{F3EA3D91-1691-4B91-9CA8-2B75F5EBE8A0}" srcOrd="0" destOrd="0" presId="urn:microsoft.com/office/officeart/2005/8/layout/orgChart1"/>
    <dgm:cxn modelId="{31E50205-0222-41C4-B2A3-C98C0138F164}" type="presParOf" srcId="{F3EA3D91-1691-4B91-9CA8-2B75F5EBE8A0}" destId="{8C773694-84CC-473D-9E09-C0E668E2C45A}" srcOrd="0" destOrd="0" presId="urn:microsoft.com/office/officeart/2005/8/layout/orgChart1"/>
    <dgm:cxn modelId="{AF23240C-0283-4F73-95C0-6C476FB2DDA7}" type="presParOf" srcId="{F3EA3D91-1691-4B91-9CA8-2B75F5EBE8A0}" destId="{A9E682DC-25D6-4B97-9D59-5A7A4DCDF9E3}" srcOrd="1" destOrd="0" presId="urn:microsoft.com/office/officeart/2005/8/layout/orgChart1"/>
    <dgm:cxn modelId="{2A1E6A5C-70DE-4B5F-A8D4-BDF339806038}" type="presParOf" srcId="{4A902AAA-2E6B-4025-A4A8-FFF8611967C0}" destId="{735F52F8-EA9E-411C-8B6B-FD972A4E22A2}" srcOrd="1" destOrd="0" presId="urn:microsoft.com/office/officeart/2005/8/layout/orgChart1"/>
    <dgm:cxn modelId="{973CBE63-24C2-41FF-98DF-1ADFD118E300}" type="presParOf" srcId="{4A902AAA-2E6B-4025-A4A8-FFF8611967C0}" destId="{70A0D2AA-9F92-4906-8500-DE09FF8EA21B}" srcOrd="2" destOrd="0" presId="urn:microsoft.com/office/officeart/2005/8/layout/orgChart1"/>
    <dgm:cxn modelId="{F0D95014-769A-4112-853C-4F845B5FDAC9}" type="presParOf" srcId="{2CF2F8D2-5BDB-4AA4-9928-4666B504C0EB}" destId="{A3167703-8D5B-4991-AD12-142E860B4504}" srcOrd="6" destOrd="0" presId="urn:microsoft.com/office/officeart/2005/8/layout/orgChart1"/>
    <dgm:cxn modelId="{7E951A57-3BFE-4292-B590-3AB65459D3B1}" type="presParOf" srcId="{2CF2F8D2-5BDB-4AA4-9928-4666B504C0EB}" destId="{29EE5953-DBF5-4B98-B39D-87AB5F530EE7}" srcOrd="7" destOrd="0" presId="urn:microsoft.com/office/officeart/2005/8/layout/orgChart1"/>
    <dgm:cxn modelId="{B2507DBE-F4E6-4D88-BADF-62CCB7971999}" type="presParOf" srcId="{29EE5953-DBF5-4B98-B39D-87AB5F530EE7}" destId="{8C07FA9C-4C98-4CCB-8AF6-EF879B3AFE39}" srcOrd="0" destOrd="0" presId="urn:microsoft.com/office/officeart/2005/8/layout/orgChart1"/>
    <dgm:cxn modelId="{DCD0464B-A4DF-4586-BFF9-AA450F687943}" type="presParOf" srcId="{8C07FA9C-4C98-4CCB-8AF6-EF879B3AFE39}" destId="{BA4A0D3F-D63F-4CDC-A528-FBAB5DCD5663}" srcOrd="0" destOrd="0" presId="urn:microsoft.com/office/officeart/2005/8/layout/orgChart1"/>
    <dgm:cxn modelId="{521A2B22-12E4-4004-8EA6-187E4DD19A6B}" type="presParOf" srcId="{8C07FA9C-4C98-4CCB-8AF6-EF879B3AFE39}" destId="{1D3E0CE1-0D78-4730-8F3D-E2DD01E602D9}" srcOrd="1" destOrd="0" presId="urn:microsoft.com/office/officeart/2005/8/layout/orgChart1"/>
    <dgm:cxn modelId="{A8B5B702-EE9D-4D9B-9A52-A95A131DFFE2}" type="presParOf" srcId="{29EE5953-DBF5-4B98-B39D-87AB5F530EE7}" destId="{A25D0319-2341-4D61-BEC7-1DC0F5DAA640}" srcOrd="1" destOrd="0" presId="urn:microsoft.com/office/officeart/2005/8/layout/orgChart1"/>
    <dgm:cxn modelId="{6C281645-DB10-409D-8FE3-EEC782C428E4}" type="presParOf" srcId="{29EE5953-DBF5-4B98-B39D-87AB5F530EE7}" destId="{5407F9A7-605E-4271-8BD5-C5FE9F298DF2}" srcOrd="2" destOrd="0" presId="urn:microsoft.com/office/officeart/2005/8/layout/orgChart1"/>
    <dgm:cxn modelId="{6B0A0553-867E-4EC4-8B47-AE4B8949D303}" type="presParOf" srcId="{37E3AF24-ED6D-4AA9-B9D0-F301197A90A6}" destId="{D198F2CC-57E5-48F5-898F-FD9B2F0FFA03}" srcOrd="2" destOrd="0" presId="urn:microsoft.com/office/officeart/2005/8/layout/orgChart1"/>
    <dgm:cxn modelId="{FF0F2FBE-D0C7-426F-9757-145016D718C3}" type="presParOf" srcId="{1FDAB54A-6834-4DE6-BF02-3A3F05287F5D}" destId="{5BE26F1A-8CDC-4993-BD4C-1CEEDFE0A275}" srcOrd="4" destOrd="0" presId="urn:microsoft.com/office/officeart/2005/8/layout/orgChart1"/>
    <dgm:cxn modelId="{7C55A090-42E9-40F6-8EB5-6D82905DC685}" type="presParOf" srcId="{1FDAB54A-6834-4DE6-BF02-3A3F05287F5D}" destId="{9E80549E-9106-4AFE-8BAB-155FCFE90C5B}" srcOrd="5" destOrd="0" presId="urn:microsoft.com/office/officeart/2005/8/layout/orgChart1"/>
    <dgm:cxn modelId="{69CAE9EA-3E26-4061-A8B3-F5A871C1F2E8}" type="presParOf" srcId="{9E80549E-9106-4AFE-8BAB-155FCFE90C5B}" destId="{7E813A20-AB72-4D15-BAD9-49ABB8336156}" srcOrd="0" destOrd="0" presId="urn:microsoft.com/office/officeart/2005/8/layout/orgChart1"/>
    <dgm:cxn modelId="{03F2DE66-C1D7-4DE7-9E3E-21624F04B00A}" type="presParOf" srcId="{7E813A20-AB72-4D15-BAD9-49ABB8336156}" destId="{AAB00D0C-21D9-455E-8BC2-0C9020EAC960}" srcOrd="0" destOrd="0" presId="urn:microsoft.com/office/officeart/2005/8/layout/orgChart1"/>
    <dgm:cxn modelId="{7852CDBA-4A65-4F2E-99CA-049599BD0C4F}" type="presParOf" srcId="{7E813A20-AB72-4D15-BAD9-49ABB8336156}" destId="{65D97440-6C39-48B6-A313-2204D769B512}" srcOrd="1" destOrd="0" presId="urn:microsoft.com/office/officeart/2005/8/layout/orgChart1"/>
    <dgm:cxn modelId="{72271D82-F372-4C34-926B-40F8291D42B7}" type="presParOf" srcId="{9E80549E-9106-4AFE-8BAB-155FCFE90C5B}" destId="{9AFEFA37-1B0D-4897-97B2-8EEADC3335F7}" srcOrd="1" destOrd="0" presId="urn:microsoft.com/office/officeart/2005/8/layout/orgChart1"/>
    <dgm:cxn modelId="{D48CDB1B-31DE-4C4D-9131-BC01A5FD744F}" type="presParOf" srcId="{9AFEFA37-1B0D-4897-97B2-8EEADC3335F7}" destId="{3E14B323-8F13-49CD-8164-47D820E32BE2}" srcOrd="0" destOrd="0" presId="urn:microsoft.com/office/officeart/2005/8/layout/orgChart1"/>
    <dgm:cxn modelId="{10E2659C-C291-4231-BADD-03617C1D1A48}" type="presParOf" srcId="{9AFEFA37-1B0D-4897-97B2-8EEADC3335F7}" destId="{0C318994-C94A-45E9-9ED1-BAAAE7568FD6}" srcOrd="1" destOrd="0" presId="urn:microsoft.com/office/officeart/2005/8/layout/orgChart1"/>
    <dgm:cxn modelId="{35B6CD68-2A1D-48B2-ACD5-C75B5E1C3DC0}" type="presParOf" srcId="{0C318994-C94A-45E9-9ED1-BAAAE7568FD6}" destId="{12D41CD1-58AA-41F0-A39D-39984E11967F}" srcOrd="0" destOrd="0" presId="urn:microsoft.com/office/officeart/2005/8/layout/orgChart1"/>
    <dgm:cxn modelId="{085068F5-F5D6-4629-9582-2DE326DF845C}" type="presParOf" srcId="{12D41CD1-58AA-41F0-A39D-39984E11967F}" destId="{39D53F75-2101-41E3-8BEA-7EBE87C51537}" srcOrd="0" destOrd="0" presId="urn:microsoft.com/office/officeart/2005/8/layout/orgChart1"/>
    <dgm:cxn modelId="{E4459722-095D-4432-A4DC-090E09147051}" type="presParOf" srcId="{12D41CD1-58AA-41F0-A39D-39984E11967F}" destId="{F95CD333-8012-4477-8575-6A3BA90B006D}" srcOrd="1" destOrd="0" presId="urn:microsoft.com/office/officeart/2005/8/layout/orgChart1"/>
    <dgm:cxn modelId="{4BA3CFEC-B810-4CED-AF36-548CBC7802AD}" type="presParOf" srcId="{0C318994-C94A-45E9-9ED1-BAAAE7568FD6}" destId="{07E8EA07-2698-4598-80B2-51853343AC8A}" srcOrd="1" destOrd="0" presId="urn:microsoft.com/office/officeart/2005/8/layout/orgChart1"/>
    <dgm:cxn modelId="{50441A31-2745-46E8-B6C4-E8E476F029F0}" type="presParOf" srcId="{0C318994-C94A-45E9-9ED1-BAAAE7568FD6}" destId="{555C4BCD-6340-4C40-A7BC-93A9C28FB07F}" srcOrd="2" destOrd="0" presId="urn:microsoft.com/office/officeart/2005/8/layout/orgChart1"/>
    <dgm:cxn modelId="{33BD243A-7F47-4BA3-A1CE-5B752C9AB5E7}" type="presParOf" srcId="{9AFEFA37-1B0D-4897-97B2-8EEADC3335F7}" destId="{C4990FD0-0C2C-42D8-9639-CA943894F94C}" srcOrd="2" destOrd="0" presId="urn:microsoft.com/office/officeart/2005/8/layout/orgChart1"/>
    <dgm:cxn modelId="{009BB469-CBE7-49F2-982C-B27BEC24AB50}" type="presParOf" srcId="{9AFEFA37-1B0D-4897-97B2-8EEADC3335F7}" destId="{E3C95FA7-07AB-4E82-AD51-EF7834E0A617}" srcOrd="3" destOrd="0" presId="urn:microsoft.com/office/officeart/2005/8/layout/orgChart1"/>
    <dgm:cxn modelId="{A4ECE8F7-CC86-4E64-9C32-51985A2B670B}" type="presParOf" srcId="{E3C95FA7-07AB-4E82-AD51-EF7834E0A617}" destId="{168EBE25-F045-4C84-A8F5-77FECBF8FEAD}" srcOrd="0" destOrd="0" presId="urn:microsoft.com/office/officeart/2005/8/layout/orgChart1"/>
    <dgm:cxn modelId="{DF796AF6-0C3E-4098-B52C-3AAE39A7F4DC}" type="presParOf" srcId="{168EBE25-F045-4C84-A8F5-77FECBF8FEAD}" destId="{F03F6EF6-56FA-494C-8A5E-F4B8FBB110EE}" srcOrd="0" destOrd="0" presId="urn:microsoft.com/office/officeart/2005/8/layout/orgChart1"/>
    <dgm:cxn modelId="{98A9D6B8-12FA-417E-A487-BC6F82D631EE}" type="presParOf" srcId="{168EBE25-F045-4C84-A8F5-77FECBF8FEAD}" destId="{3C39305B-FB48-4782-BA48-EE51624D6758}" srcOrd="1" destOrd="0" presId="urn:microsoft.com/office/officeart/2005/8/layout/orgChart1"/>
    <dgm:cxn modelId="{65B6CE01-398B-4A56-8C4D-B031A9D6F927}" type="presParOf" srcId="{E3C95FA7-07AB-4E82-AD51-EF7834E0A617}" destId="{43C7BDA4-5706-4053-88B7-B098C0E9C61C}" srcOrd="1" destOrd="0" presId="urn:microsoft.com/office/officeart/2005/8/layout/orgChart1"/>
    <dgm:cxn modelId="{8FD2EDAC-6E21-4BB6-95E4-8BBFE6798AAE}" type="presParOf" srcId="{E3C95FA7-07AB-4E82-AD51-EF7834E0A617}" destId="{A3460C1D-B0DA-4A6F-A40C-1050C180AF5E}" srcOrd="2" destOrd="0" presId="urn:microsoft.com/office/officeart/2005/8/layout/orgChart1"/>
    <dgm:cxn modelId="{118CCC96-267B-4297-A9E2-C4765167DD17}" type="presParOf" srcId="{9AFEFA37-1B0D-4897-97B2-8EEADC3335F7}" destId="{AF820A79-95D7-4AA0-B4D3-5077BFE0EC4E}" srcOrd="4" destOrd="0" presId="urn:microsoft.com/office/officeart/2005/8/layout/orgChart1"/>
    <dgm:cxn modelId="{676AB983-9FF6-46F7-B06B-2B71B1A7D906}" type="presParOf" srcId="{9AFEFA37-1B0D-4897-97B2-8EEADC3335F7}" destId="{7C54C14A-6D6B-4825-9CD8-974E084DF5DE}" srcOrd="5" destOrd="0" presId="urn:microsoft.com/office/officeart/2005/8/layout/orgChart1"/>
    <dgm:cxn modelId="{A8150951-458B-4E87-8BDA-01D9DC5A9CF4}" type="presParOf" srcId="{7C54C14A-6D6B-4825-9CD8-974E084DF5DE}" destId="{FF6DB8E8-F5EE-4348-BBFA-4F7350DB7C56}" srcOrd="0" destOrd="0" presId="urn:microsoft.com/office/officeart/2005/8/layout/orgChart1"/>
    <dgm:cxn modelId="{045CE8A1-47A6-4647-9841-EF900F314F14}" type="presParOf" srcId="{FF6DB8E8-F5EE-4348-BBFA-4F7350DB7C56}" destId="{9F255E0C-84F8-4184-8A0E-18C782A503FD}" srcOrd="0" destOrd="0" presId="urn:microsoft.com/office/officeart/2005/8/layout/orgChart1"/>
    <dgm:cxn modelId="{9BF951B2-4B34-4DEB-A2C7-E00FA708C43C}" type="presParOf" srcId="{FF6DB8E8-F5EE-4348-BBFA-4F7350DB7C56}" destId="{D715D512-C9D1-4013-AA92-0FC57199A6FE}" srcOrd="1" destOrd="0" presId="urn:microsoft.com/office/officeart/2005/8/layout/orgChart1"/>
    <dgm:cxn modelId="{5AB5CED5-C358-47B8-B9B8-9DBF6B133BF8}" type="presParOf" srcId="{7C54C14A-6D6B-4825-9CD8-974E084DF5DE}" destId="{8B8B2424-847B-47EE-9A02-99F71484C762}" srcOrd="1" destOrd="0" presId="urn:microsoft.com/office/officeart/2005/8/layout/orgChart1"/>
    <dgm:cxn modelId="{49503769-BF8B-4A87-B76A-960F26ACB13F}" type="presParOf" srcId="{7C54C14A-6D6B-4825-9CD8-974E084DF5DE}" destId="{F77BDDD4-2593-40CD-98CE-B341C8163DCA}" srcOrd="2" destOrd="0" presId="urn:microsoft.com/office/officeart/2005/8/layout/orgChart1"/>
    <dgm:cxn modelId="{0CE978DE-62E3-4723-BF06-D67BBFBAEAE1}" type="presParOf" srcId="{9AFEFA37-1B0D-4897-97B2-8EEADC3335F7}" destId="{AA84BE51-3D4C-4EE4-A266-730FFC32B085}" srcOrd="6" destOrd="0" presId="urn:microsoft.com/office/officeart/2005/8/layout/orgChart1"/>
    <dgm:cxn modelId="{26B2C8D3-A914-4818-927C-F09A82FDE3F5}" type="presParOf" srcId="{9AFEFA37-1B0D-4897-97B2-8EEADC3335F7}" destId="{D18A767D-DF09-4869-9763-4B15FDA4D43E}" srcOrd="7" destOrd="0" presId="urn:microsoft.com/office/officeart/2005/8/layout/orgChart1"/>
    <dgm:cxn modelId="{A3CEED3C-D2E5-4F3C-BBB8-E622D4954918}" type="presParOf" srcId="{D18A767D-DF09-4869-9763-4B15FDA4D43E}" destId="{3113544F-F5EB-4B3D-B49E-D659564EFBDA}" srcOrd="0" destOrd="0" presId="urn:microsoft.com/office/officeart/2005/8/layout/orgChart1"/>
    <dgm:cxn modelId="{7FE2C409-4C54-4FD7-AC85-4B3D7F315287}" type="presParOf" srcId="{3113544F-F5EB-4B3D-B49E-D659564EFBDA}" destId="{880C55D6-EEB8-4A08-9677-69844A1589C8}" srcOrd="0" destOrd="0" presId="urn:microsoft.com/office/officeart/2005/8/layout/orgChart1"/>
    <dgm:cxn modelId="{F0D8DD33-496B-4D46-A70E-ED764CACC158}" type="presParOf" srcId="{3113544F-F5EB-4B3D-B49E-D659564EFBDA}" destId="{7B008ABC-B153-4ACF-9E5A-68C7F3D0D777}" srcOrd="1" destOrd="0" presId="urn:microsoft.com/office/officeart/2005/8/layout/orgChart1"/>
    <dgm:cxn modelId="{FEEBE895-1575-4F4C-945D-5256CB3B13A7}" type="presParOf" srcId="{D18A767D-DF09-4869-9763-4B15FDA4D43E}" destId="{B6F7EA97-C942-4F1D-BA41-665C727A0C70}" srcOrd="1" destOrd="0" presId="urn:microsoft.com/office/officeart/2005/8/layout/orgChart1"/>
    <dgm:cxn modelId="{25F0F59E-54A4-496C-9D8C-C98892EB1E50}" type="presParOf" srcId="{D18A767D-DF09-4869-9763-4B15FDA4D43E}" destId="{BBA8B9FF-E19C-4B56-8B19-06F63F00E815}" srcOrd="2" destOrd="0" presId="urn:microsoft.com/office/officeart/2005/8/layout/orgChart1"/>
    <dgm:cxn modelId="{15F12F64-D662-4B65-A331-E6263A46CC53}" type="presParOf" srcId="{9AFEFA37-1B0D-4897-97B2-8EEADC3335F7}" destId="{9410DD3F-E75B-4590-9D3C-E2F4B45E363E}" srcOrd="8" destOrd="0" presId="urn:microsoft.com/office/officeart/2005/8/layout/orgChart1"/>
    <dgm:cxn modelId="{48893ED5-9DDC-41A6-8B20-D2802ABFFAD2}" type="presParOf" srcId="{9AFEFA37-1B0D-4897-97B2-8EEADC3335F7}" destId="{1B17E909-E722-4CA6-BCA0-119426D261CB}" srcOrd="9" destOrd="0" presId="urn:microsoft.com/office/officeart/2005/8/layout/orgChart1"/>
    <dgm:cxn modelId="{44A47381-006F-475F-95BA-D8F69D0D6BC4}" type="presParOf" srcId="{1B17E909-E722-4CA6-BCA0-119426D261CB}" destId="{B6367B6A-A61F-484B-AB68-33907F54D4AD}" srcOrd="0" destOrd="0" presId="urn:microsoft.com/office/officeart/2005/8/layout/orgChart1"/>
    <dgm:cxn modelId="{62E01011-EAE9-4B1D-A225-C7B2AD6CADAE}" type="presParOf" srcId="{B6367B6A-A61F-484B-AB68-33907F54D4AD}" destId="{B8DC922D-5749-4B30-B8D8-E8D2AB42D10F}" srcOrd="0" destOrd="0" presId="urn:microsoft.com/office/officeart/2005/8/layout/orgChart1"/>
    <dgm:cxn modelId="{46741049-8FF6-4374-A3E0-F6A99A761BF5}" type="presParOf" srcId="{B6367B6A-A61F-484B-AB68-33907F54D4AD}" destId="{6481FEF3-71AA-48B5-8005-6F136EC455CC}" srcOrd="1" destOrd="0" presId="urn:microsoft.com/office/officeart/2005/8/layout/orgChart1"/>
    <dgm:cxn modelId="{F4CC563C-742F-4A57-B199-73BCCED7A72A}" type="presParOf" srcId="{1B17E909-E722-4CA6-BCA0-119426D261CB}" destId="{DA7D5CEB-36C0-40E3-978C-5913B71E39D0}" srcOrd="1" destOrd="0" presId="urn:microsoft.com/office/officeart/2005/8/layout/orgChart1"/>
    <dgm:cxn modelId="{A1AF0E69-4145-462C-AA81-050745DC5DD6}" type="presParOf" srcId="{1B17E909-E722-4CA6-BCA0-119426D261CB}" destId="{A3EF3D1D-60B6-40B8-AADF-F532504B7694}" srcOrd="2" destOrd="0" presId="urn:microsoft.com/office/officeart/2005/8/layout/orgChart1"/>
    <dgm:cxn modelId="{DA49AA2A-AB36-4457-83D9-B635D3931AED}" type="presParOf" srcId="{9AFEFA37-1B0D-4897-97B2-8EEADC3335F7}" destId="{CF823A6D-2603-40B3-9E13-76A76D79D39B}" srcOrd="10" destOrd="0" presId="urn:microsoft.com/office/officeart/2005/8/layout/orgChart1"/>
    <dgm:cxn modelId="{7EB98D04-7FE6-4C29-B910-4B0886C14087}" type="presParOf" srcId="{9AFEFA37-1B0D-4897-97B2-8EEADC3335F7}" destId="{5B2B44CA-87C5-4987-A11A-2ADEEC83EF22}" srcOrd="11" destOrd="0" presId="urn:microsoft.com/office/officeart/2005/8/layout/orgChart1"/>
    <dgm:cxn modelId="{7B29ED94-27A4-438B-9DF5-73452BE34BB2}" type="presParOf" srcId="{5B2B44CA-87C5-4987-A11A-2ADEEC83EF22}" destId="{B72912C4-1AF3-4E9B-AC12-177BAA28ED7B}" srcOrd="0" destOrd="0" presId="urn:microsoft.com/office/officeart/2005/8/layout/orgChart1"/>
    <dgm:cxn modelId="{EBECC992-643C-4B3C-AC72-07371C24D977}" type="presParOf" srcId="{B72912C4-1AF3-4E9B-AC12-177BAA28ED7B}" destId="{4F8AD757-116E-4265-A29D-77E869AD564A}" srcOrd="0" destOrd="0" presId="urn:microsoft.com/office/officeart/2005/8/layout/orgChart1"/>
    <dgm:cxn modelId="{E28B0A69-2657-491D-AF10-78C0D58DFEEF}" type="presParOf" srcId="{B72912C4-1AF3-4E9B-AC12-177BAA28ED7B}" destId="{E3D7D3EF-0CCF-4FC0-82C3-06F663FCFA4E}" srcOrd="1" destOrd="0" presId="urn:microsoft.com/office/officeart/2005/8/layout/orgChart1"/>
    <dgm:cxn modelId="{5F0763A6-D29A-4840-952C-ACB093896857}" type="presParOf" srcId="{5B2B44CA-87C5-4987-A11A-2ADEEC83EF22}" destId="{84ADD00E-4E7B-4C1C-9D3B-32C4A3E40B21}" srcOrd="1" destOrd="0" presId="urn:microsoft.com/office/officeart/2005/8/layout/orgChart1"/>
    <dgm:cxn modelId="{4981B851-E9F3-47A3-AAD4-93539C63008D}" type="presParOf" srcId="{5B2B44CA-87C5-4987-A11A-2ADEEC83EF22}" destId="{8A900B33-B24A-41CD-8A0E-317B9E862916}" srcOrd="2" destOrd="0" presId="urn:microsoft.com/office/officeart/2005/8/layout/orgChart1"/>
    <dgm:cxn modelId="{22997E8A-2B56-440C-8B3A-BCCBE427B9C7}" type="presParOf" srcId="{9AFEFA37-1B0D-4897-97B2-8EEADC3335F7}" destId="{867008CD-DDEA-4331-BDB7-BB6F6D2EC7D0}" srcOrd="12" destOrd="0" presId="urn:microsoft.com/office/officeart/2005/8/layout/orgChart1"/>
    <dgm:cxn modelId="{B2EBF631-0AC0-478E-8BC7-3D37C404871B}" type="presParOf" srcId="{9AFEFA37-1B0D-4897-97B2-8EEADC3335F7}" destId="{7BBB6244-F3E7-49BA-A587-FCDD1871A23C}" srcOrd="13" destOrd="0" presId="urn:microsoft.com/office/officeart/2005/8/layout/orgChart1"/>
    <dgm:cxn modelId="{D52527C5-04A2-490D-842F-C04C9BEB22DD}" type="presParOf" srcId="{7BBB6244-F3E7-49BA-A587-FCDD1871A23C}" destId="{C6F454A1-6541-43AC-BE1B-A2F12701EFD2}" srcOrd="0" destOrd="0" presId="urn:microsoft.com/office/officeart/2005/8/layout/orgChart1"/>
    <dgm:cxn modelId="{2BD39D67-DB53-4A4E-B883-2DE112AD8B21}" type="presParOf" srcId="{C6F454A1-6541-43AC-BE1B-A2F12701EFD2}" destId="{1626DD30-443B-48B2-B8AD-39002E91BEE4}" srcOrd="0" destOrd="0" presId="urn:microsoft.com/office/officeart/2005/8/layout/orgChart1"/>
    <dgm:cxn modelId="{2B9B2A41-FE62-4550-8F2F-516A99DB5FE4}" type="presParOf" srcId="{C6F454A1-6541-43AC-BE1B-A2F12701EFD2}" destId="{18D8B9C8-AA68-44C1-9B40-837D40624816}" srcOrd="1" destOrd="0" presId="urn:microsoft.com/office/officeart/2005/8/layout/orgChart1"/>
    <dgm:cxn modelId="{19A22C05-3AF0-40CE-9B0C-21B2CAAA0EFA}" type="presParOf" srcId="{7BBB6244-F3E7-49BA-A587-FCDD1871A23C}" destId="{AF82B849-BEDC-4EEB-B1DD-687F086624C4}" srcOrd="1" destOrd="0" presId="urn:microsoft.com/office/officeart/2005/8/layout/orgChart1"/>
    <dgm:cxn modelId="{E61E8C3F-FCA9-4B1A-9652-210B1EF39471}" type="presParOf" srcId="{7BBB6244-F3E7-49BA-A587-FCDD1871A23C}" destId="{26FADB79-41CD-45A3-BC88-34E202E84890}" srcOrd="2" destOrd="0" presId="urn:microsoft.com/office/officeart/2005/8/layout/orgChart1"/>
    <dgm:cxn modelId="{17036D90-11CB-4738-A828-B3FD7E9C94D7}" type="presParOf" srcId="{9E80549E-9106-4AFE-8BAB-155FCFE90C5B}" destId="{3DE283CB-B302-4C4C-B10D-4D32AC92685B}" srcOrd="2" destOrd="0" presId="urn:microsoft.com/office/officeart/2005/8/layout/orgChart1"/>
    <dgm:cxn modelId="{E8E9068F-3041-414B-8580-A2EF9D1AAD39}" type="presParOf" srcId="{1FDAB54A-6834-4DE6-BF02-3A3F05287F5D}" destId="{C4F212DB-2340-4004-939A-40E102062FC8}" srcOrd="6" destOrd="0" presId="urn:microsoft.com/office/officeart/2005/8/layout/orgChart1"/>
    <dgm:cxn modelId="{01045FED-CD6B-42CC-9035-6AA232378044}" type="presParOf" srcId="{1FDAB54A-6834-4DE6-BF02-3A3F05287F5D}" destId="{05DC64E7-D816-44E3-BBFA-F043B5A4519C}" srcOrd="7" destOrd="0" presId="urn:microsoft.com/office/officeart/2005/8/layout/orgChart1"/>
    <dgm:cxn modelId="{3A0C5316-E577-424F-A1AA-57836DE38D73}" type="presParOf" srcId="{05DC64E7-D816-44E3-BBFA-F043B5A4519C}" destId="{BACE6078-C533-4E58-A138-FFCD927EB790}" srcOrd="0" destOrd="0" presId="urn:microsoft.com/office/officeart/2005/8/layout/orgChart1"/>
    <dgm:cxn modelId="{E638DEF8-0E8E-4548-A2A7-921E944C67B1}" type="presParOf" srcId="{BACE6078-C533-4E58-A138-FFCD927EB790}" destId="{F1A55549-5C71-4B9D-88BE-BEB039BE22A7}" srcOrd="0" destOrd="0" presId="urn:microsoft.com/office/officeart/2005/8/layout/orgChart1"/>
    <dgm:cxn modelId="{9E97613C-22DD-40F5-B49B-BDF3ACDDF235}" type="presParOf" srcId="{BACE6078-C533-4E58-A138-FFCD927EB790}" destId="{FA84C111-A3C3-4264-BC54-2ED8865842FC}" srcOrd="1" destOrd="0" presId="urn:microsoft.com/office/officeart/2005/8/layout/orgChart1"/>
    <dgm:cxn modelId="{CFB410BF-5677-4044-92C0-DE1A0F8FEAAD}" type="presParOf" srcId="{05DC64E7-D816-44E3-BBFA-F043B5A4519C}" destId="{66B4DFCB-604D-48CD-B9C3-A8D3757F7828}" srcOrd="1" destOrd="0" presId="urn:microsoft.com/office/officeart/2005/8/layout/orgChart1"/>
    <dgm:cxn modelId="{47FA1219-066D-45DB-AA53-05EBF8601E86}" type="presParOf" srcId="{66B4DFCB-604D-48CD-B9C3-A8D3757F7828}" destId="{A73C7C09-6AD6-4F10-AABD-0009DF2CC3EF}" srcOrd="0" destOrd="0" presId="urn:microsoft.com/office/officeart/2005/8/layout/orgChart1"/>
    <dgm:cxn modelId="{43E5270A-1FD1-4E47-97BA-35207E78D500}" type="presParOf" srcId="{66B4DFCB-604D-48CD-B9C3-A8D3757F7828}" destId="{FC1FA42A-C291-4ECD-9CE5-8AAA96783A92}" srcOrd="1" destOrd="0" presId="urn:microsoft.com/office/officeart/2005/8/layout/orgChart1"/>
    <dgm:cxn modelId="{CF2CA158-891F-48B8-93DC-5BFB14DE611D}" type="presParOf" srcId="{FC1FA42A-C291-4ECD-9CE5-8AAA96783A92}" destId="{FE9DC63D-F076-433E-A511-235E5ED2B788}" srcOrd="0" destOrd="0" presId="urn:microsoft.com/office/officeart/2005/8/layout/orgChart1"/>
    <dgm:cxn modelId="{A123649D-8EDF-418C-A866-FDE9077EC481}" type="presParOf" srcId="{FE9DC63D-F076-433E-A511-235E5ED2B788}" destId="{4835A531-688D-4F2C-8956-B2DFC5E52192}" srcOrd="0" destOrd="0" presId="urn:microsoft.com/office/officeart/2005/8/layout/orgChart1"/>
    <dgm:cxn modelId="{4D570A1D-037B-4F6D-B744-660501174675}" type="presParOf" srcId="{FE9DC63D-F076-433E-A511-235E5ED2B788}" destId="{A31044DE-B56C-419C-A477-DBEFD78ADCB1}" srcOrd="1" destOrd="0" presId="urn:microsoft.com/office/officeart/2005/8/layout/orgChart1"/>
    <dgm:cxn modelId="{5656E74B-91B9-4F43-8E35-99FD8706A723}" type="presParOf" srcId="{FC1FA42A-C291-4ECD-9CE5-8AAA96783A92}" destId="{B66E1EC0-3862-4541-9F51-0E4850F40EA4}" srcOrd="1" destOrd="0" presId="urn:microsoft.com/office/officeart/2005/8/layout/orgChart1"/>
    <dgm:cxn modelId="{64243EA0-BF06-4E33-A1FC-8B297905760B}" type="presParOf" srcId="{FC1FA42A-C291-4ECD-9CE5-8AAA96783A92}" destId="{58ADFD5B-0F7B-48DD-9285-9CC7802F12BF}" srcOrd="2" destOrd="0" presId="urn:microsoft.com/office/officeart/2005/8/layout/orgChart1"/>
    <dgm:cxn modelId="{119427AC-CFF3-44D3-8948-2667DFEC80AE}" type="presParOf" srcId="{66B4DFCB-604D-48CD-B9C3-A8D3757F7828}" destId="{8F8BF06F-2340-4DED-B2BC-2C73F847098E}" srcOrd="2" destOrd="0" presId="urn:microsoft.com/office/officeart/2005/8/layout/orgChart1"/>
    <dgm:cxn modelId="{8BBE5F37-9413-403C-B54A-B4D07225A31E}" type="presParOf" srcId="{66B4DFCB-604D-48CD-B9C3-A8D3757F7828}" destId="{B33040EF-44A9-4CC6-97A8-FFD61F92A08B}" srcOrd="3" destOrd="0" presId="urn:microsoft.com/office/officeart/2005/8/layout/orgChart1"/>
    <dgm:cxn modelId="{987261C2-CF54-4573-AC3D-684ED024F3BF}" type="presParOf" srcId="{B33040EF-44A9-4CC6-97A8-FFD61F92A08B}" destId="{C1161826-6F96-464F-983C-41E2E4F29E9C}" srcOrd="0" destOrd="0" presId="urn:microsoft.com/office/officeart/2005/8/layout/orgChart1"/>
    <dgm:cxn modelId="{89F9E140-5BF3-4F4C-9570-CA9FFFDD42B1}" type="presParOf" srcId="{C1161826-6F96-464F-983C-41E2E4F29E9C}" destId="{410DB14D-9677-4BB6-B3C9-9E4DEB245FE7}" srcOrd="0" destOrd="0" presId="urn:microsoft.com/office/officeart/2005/8/layout/orgChart1"/>
    <dgm:cxn modelId="{6647519B-A912-44B4-AFE6-C81CF15FDBAA}" type="presParOf" srcId="{C1161826-6F96-464F-983C-41E2E4F29E9C}" destId="{975AE61C-4DE5-4FB7-B2EB-9138A768C349}" srcOrd="1" destOrd="0" presId="urn:microsoft.com/office/officeart/2005/8/layout/orgChart1"/>
    <dgm:cxn modelId="{7DEF1EAC-58C4-4CAA-9BD0-504812490C22}" type="presParOf" srcId="{B33040EF-44A9-4CC6-97A8-FFD61F92A08B}" destId="{7DCD0D63-07FA-42B0-93E1-A6384E461DD5}" srcOrd="1" destOrd="0" presId="urn:microsoft.com/office/officeart/2005/8/layout/orgChart1"/>
    <dgm:cxn modelId="{A8168579-08ED-447A-A303-B3EA3D5B5E84}" type="presParOf" srcId="{B33040EF-44A9-4CC6-97A8-FFD61F92A08B}" destId="{763382F7-E7F3-4BFB-A4AD-56FE26070C05}" srcOrd="2" destOrd="0" presId="urn:microsoft.com/office/officeart/2005/8/layout/orgChart1"/>
    <dgm:cxn modelId="{CC4E0FAC-F1E9-4A5D-A7C8-0F97C1E84FD5}" type="presParOf" srcId="{05DC64E7-D816-44E3-BBFA-F043B5A4519C}" destId="{9B0669DC-2FE5-4645-BBD8-E14E0AD12FF6}" srcOrd="2" destOrd="0" presId="urn:microsoft.com/office/officeart/2005/8/layout/orgChart1"/>
    <dgm:cxn modelId="{2CEEC013-E6CC-4BFC-9151-2445F7902481}" type="presParOf" srcId="{1FDAB54A-6834-4DE6-BF02-3A3F05287F5D}" destId="{A1BB080E-4ECB-408E-A946-2A2DBB7E7EF0}" srcOrd="8" destOrd="0" presId="urn:microsoft.com/office/officeart/2005/8/layout/orgChart1"/>
    <dgm:cxn modelId="{87A4F2E9-DD86-49A8-BD90-70DB484852A0}" type="presParOf" srcId="{1FDAB54A-6834-4DE6-BF02-3A3F05287F5D}" destId="{DEE72999-7343-4DDA-B12B-FF18C218D43F}" srcOrd="9" destOrd="0" presId="urn:microsoft.com/office/officeart/2005/8/layout/orgChart1"/>
    <dgm:cxn modelId="{9BF80F22-B569-4284-883A-BBCBECFEF7FA}" type="presParOf" srcId="{DEE72999-7343-4DDA-B12B-FF18C218D43F}" destId="{49F62F00-5AF2-41ED-9666-00C15C932BBE}" srcOrd="0" destOrd="0" presId="urn:microsoft.com/office/officeart/2005/8/layout/orgChart1"/>
    <dgm:cxn modelId="{7AEF4E98-A598-472B-8F1E-3B8552F7D104}" type="presParOf" srcId="{49F62F00-5AF2-41ED-9666-00C15C932BBE}" destId="{89A18078-7A77-4308-B7BF-6FD8DFBA86CE}" srcOrd="0" destOrd="0" presId="urn:microsoft.com/office/officeart/2005/8/layout/orgChart1"/>
    <dgm:cxn modelId="{7EC56DAB-2034-465E-A498-40AA1B40A203}" type="presParOf" srcId="{49F62F00-5AF2-41ED-9666-00C15C932BBE}" destId="{54A7C1AB-6016-4963-8654-7412DD5816CC}" srcOrd="1" destOrd="0" presId="urn:microsoft.com/office/officeart/2005/8/layout/orgChart1"/>
    <dgm:cxn modelId="{92DF1DF1-25DB-465B-A1EE-DC8E09513DD2}" type="presParOf" srcId="{DEE72999-7343-4DDA-B12B-FF18C218D43F}" destId="{A3327423-EBF0-4DFA-A24D-7CCF8A0BCFDF}" srcOrd="1" destOrd="0" presId="urn:microsoft.com/office/officeart/2005/8/layout/orgChart1"/>
    <dgm:cxn modelId="{C0280708-55C7-409E-9EE1-7E45034A14EC}" type="presParOf" srcId="{A3327423-EBF0-4DFA-A24D-7CCF8A0BCFDF}" destId="{A62A9B4F-2F69-4C6C-AC38-9651677A3C3B}" srcOrd="0" destOrd="0" presId="urn:microsoft.com/office/officeart/2005/8/layout/orgChart1"/>
    <dgm:cxn modelId="{ED7C175A-48E2-48FD-8D8B-FACE75AA51B0}" type="presParOf" srcId="{A3327423-EBF0-4DFA-A24D-7CCF8A0BCFDF}" destId="{560BA008-A380-42B0-A858-41F075F04A2A}" srcOrd="1" destOrd="0" presId="urn:microsoft.com/office/officeart/2005/8/layout/orgChart1"/>
    <dgm:cxn modelId="{B668A268-7FF9-4B12-9C52-1214A1BF3C7A}" type="presParOf" srcId="{560BA008-A380-42B0-A858-41F075F04A2A}" destId="{E4C3D165-FE88-470B-B441-B26842CB0375}" srcOrd="0" destOrd="0" presId="urn:microsoft.com/office/officeart/2005/8/layout/orgChart1"/>
    <dgm:cxn modelId="{6B88499E-57BE-485E-BBFD-15B123DEC0EC}" type="presParOf" srcId="{E4C3D165-FE88-470B-B441-B26842CB0375}" destId="{FBCD621A-4EA9-4D7F-90E5-35093583044C}" srcOrd="0" destOrd="0" presId="urn:microsoft.com/office/officeart/2005/8/layout/orgChart1"/>
    <dgm:cxn modelId="{CFB8D5F4-145E-4D98-BFE4-59A4217762B9}" type="presParOf" srcId="{E4C3D165-FE88-470B-B441-B26842CB0375}" destId="{EA4915DB-3F97-4D79-BC65-927FFEAA934B}" srcOrd="1" destOrd="0" presId="urn:microsoft.com/office/officeart/2005/8/layout/orgChart1"/>
    <dgm:cxn modelId="{6D7F4523-B18E-445B-BF36-71CEE550C509}" type="presParOf" srcId="{560BA008-A380-42B0-A858-41F075F04A2A}" destId="{54B971D3-33D3-431C-A649-44C6044C0339}" srcOrd="1" destOrd="0" presId="urn:microsoft.com/office/officeart/2005/8/layout/orgChart1"/>
    <dgm:cxn modelId="{E6BD0FC3-D6ED-40F2-A85D-F908832E940A}" type="presParOf" srcId="{560BA008-A380-42B0-A858-41F075F04A2A}" destId="{FB906E6B-A9E7-4C99-8064-46FE434A8FFE}" srcOrd="2" destOrd="0" presId="urn:microsoft.com/office/officeart/2005/8/layout/orgChart1"/>
    <dgm:cxn modelId="{1A5A365A-F3C5-48ED-A33E-DACAA0D31352}" type="presParOf" srcId="{A3327423-EBF0-4DFA-A24D-7CCF8A0BCFDF}" destId="{9CAE8CA9-D45B-45E5-A073-48541F8CF0CC}" srcOrd="2" destOrd="0" presId="urn:microsoft.com/office/officeart/2005/8/layout/orgChart1"/>
    <dgm:cxn modelId="{BAD41EC4-F9D9-41DD-A585-773A4C29A903}" type="presParOf" srcId="{A3327423-EBF0-4DFA-A24D-7CCF8A0BCFDF}" destId="{5E8F3C7D-40EB-41F3-80C3-72234C5E08B7}" srcOrd="3" destOrd="0" presId="urn:microsoft.com/office/officeart/2005/8/layout/orgChart1"/>
    <dgm:cxn modelId="{F1F27BB7-8886-4DC3-9D80-C7338B250FE7}" type="presParOf" srcId="{5E8F3C7D-40EB-41F3-80C3-72234C5E08B7}" destId="{B58F6238-804E-4C4A-A13F-40313D59440D}" srcOrd="0" destOrd="0" presId="urn:microsoft.com/office/officeart/2005/8/layout/orgChart1"/>
    <dgm:cxn modelId="{FED8269B-A777-4D28-BA8F-076F373D2B4C}" type="presParOf" srcId="{B58F6238-804E-4C4A-A13F-40313D59440D}" destId="{394C727F-1F85-461B-81F7-D289C4CBE9A6}" srcOrd="0" destOrd="0" presId="urn:microsoft.com/office/officeart/2005/8/layout/orgChart1"/>
    <dgm:cxn modelId="{61A72E4B-B925-4A1E-9511-6985E0A0EC28}" type="presParOf" srcId="{B58F6238-804E-4C4A-A13F-40313D59440D}" destId="{8F6D9EC0-89EE-4295-B8B7-811184D7CCB1}" srcOrd="1" destOrd="0" presId="urn:microsoft.com/office/officeart/2005/8/layout/orgChart1"/>
    <dgm:cxn modelId="{B1CB0942-6B51-416A-BFC3-FF673F884957}" type="presParOf" srcId="{5E8F3C7D-40EB-41F3-80C3-72234C5E08B7}" destId="{17635DD9-52D5-4028-8E9D-DFE8F1DF72C9}" srcOrd="1" destOrd="0" presId="urn:microsoft.com/office/officeart/2005/8/layout/orgChart1"/>
    <dgm:cxn modelId="{7EC56336-37BB-4A0C-906C-A138095E1341}" type="presParOf" srcId="{5E8F3C7D-40EB-41F3-80C3-72234C5E08B7}" destId="{07CA6058-F9BE-4BA9-B37C-1943B91371CE}" srcOrd="2" destOrd="0" presId="urn:microsoft.com/office/officeart/2005/8/layout/orgChart1"/>
    <dgm:cxn modelId="{A186C22E-0050-400E-B757-F1FBF3CDBA48}" type="presParOf" srcId="{A3327423-EBF0-4DFA-A24D-7CCF8A0BCFDF}" destId="{86F76CA9-BEF0-4B92-9A4B-40375D6E8F7F}" srcOrd="4" destOrd="0" presId="urn:microsoft.com/office/officeart/2005/8/layout/orgChart1"/>
    <dgm:cxn modelId="{B367D209-3A5F-4DC9-926B-F39CA8C16AC1}" type="presParOf" srcId="{A3327423-EBF0-4DFA-A24D-7CCF8A0BCFDF}" destId="{21006D53-B78F-4DDF-AC7B-03291544152D}" srcOrd="5" destOrd="0" presId="urn:microsoft.com/office/officeart/2005/8/layout/orgChart1"/>
    <dgm:cxn modelId="{BE02BAE6-CB10-4FD6-93EF-5F6C855B022D}" type="presParOf" srcId="{21006D53-B78F-4DDF-AC7B-03291544152D}" destId="{4A111C2A-67B7-4AFC-B8F6-2A85939EE7AC}" srcOrd="0" destOrd="0" presId="urn:microsoft.com/office/officeart/2005/8/layout/orgChart1"/>
    <dgm:cxn modelId="{2E5C2FAB-6990-44A2-9D9A-A746A1D2B7C8}" type="presParOf" srcId="{4A111C2A-67B7-4AFC-B8F6-2A85939EE7AC}" destId="{3C5DBAEE-832F-45B1-ABEE-6833CEE14D2A}" srcOrd="0" destOrd="0" presId="urn:microsoft.com/office/officeart/2005/8/layout/orgChart1"/>
    <dgm:cxn modelId="{B83D6212-761D-41C4-A10E-38EA42AEBC66}" type="presParOf" srcId="{4A111C2A-67B7-4AFC-B8F6-2A85939EE7AC}" destId="{5F9C880C-6BE7-4B69-95B5-7ACACD224E26}" srcOrd="1" destOrd="0" presId="urn:microsoft.com/office/officeart/2005/8/layout/orgChart1"/>
    <dgm:cxn modelId="{D2A2BFDA-2DA7-4BBF-8B42-4D69491CF3D2}" type="presParOf" srcId="{21006D53-B78F-4DDF-AC7B-03291544152D}" destId="{85752481-E548-46C0-A54E-6C914B7BB677}" srcOrd="1" destOrd="0" presId="urn:microsoft.com/office/officeart/2005/8/layout/orgChart1"/>
    <dgm:cxn modelId="{743E142D-A069-4C01-9FB8-A38FF0F03CCE}" type="presParOf" srcId="{21006D53-B78F-4DDF-AC7B-03291544152D}" destId="{3F8AEC9D-BA9A-400E-B79B-D1B079FFFF8B}" srcOrd="2" destOrd="0" presId="urn:microsoft.com/office/officeart/2005/8/layout/orgChart1"/>
    <dgm:cxn modelId="{40671C02-6A2E-468B-8BFE-02BCEB90B37B}" type="presParOf" srcId="{A3327423-EBF0-4DFA-A24D-7CCF8A0BCFDF}" destId="{62A2D9DF-78B6-4DBB-9DE6-446E2D5FAAC2}" srcOrd="6" destOrd="0" presId="urn:microsoft.com/office/officeart/2005/8/layout/orgChart1"/>
    <dgm:cxn modelId="{C7219290-D41E-4CB5-A586-97080E7F72C8}" type="presParOf" srcId="{A3327423-EBF0-4DFA-A24D-7CCF8A0BCFDF}" destId="{86B1247A-F6F5-4F20-B43B-12EA13EC981C}" srcOrd="7" destOrd="0" presId="urn:microsoft.com/office/officeart/2005/8/layout/orgChart1"/>
    <dgm:cxn modelId="{D3A78FF0-98AD-4E40-B0FD-3AC21ACD3A78}" type="presParOf" srcId="{86B1247A-F6F5-4F20-B43B-12EA13EC981C}" destId="{2822CF0D-6C0B-4F4E-8592-1C2F0A0881FB}" srcOrd="0" destOrd="0" presId="urn:microsoft.com/office/officeart/2005/8/layout/orgChart1"/>
    <dgm:cxn modelId="{FFAF4D59-8AE9-470A-8D7B-1CABA45BCD06}" type="presParOf" srcId="{2822CF0D-6C0B-4F4E-8592-1C2F0A0881FB}" destId="{CEEAC80A-0C45-45D0-BE56-26401BDAD51C}" srcOrd="0" destOrd="0" presId="urn:microsoft.com/office/officeart/2005/8/layout/orgChart1"/>
    <dgm:cxn modelId="{81C33D1B-5600-42A2-AC12-740901F9ADC4}" type="presParOf" srcId="{2822CF0D-6C0B-4F4E-8592-1C2F0A0881FB}" destId="{DA67803A-0B7E-41A6-89E3-3E81CC6FC165}" srcOrd="1" destOrd="0" presId="urn:microsoft.com/office/officeart/2005/8/layout/orgChart1"/>
    <dgm:cxn modelId="{9EB3A38C-53BC-49FC-BDD8-35E775DCBF10}" type="presParOf" srcId="{86B1247A-F6F5-4F20-B43B-12EA13EC981C}" destId="{D7AB376E-7AE0-489E-8B3D-183AF58C410C}" srcOrd="1" destOrd="0" presId="urn:microsoft.com/office/officeart/2005/8/layout/orgChart1"/>
    <dgm:cxn modelId="{528E8A29-36E0-4965-ACA7-E46236820F9A}" type="presParOf" srcId="{86B1247A-F6F5-4F20-B43B-12EA13EC981C}" destId="{CF34A24B-F004-4BE1-B126-CF6611C19796}" srcOrd="2" destOrd="0" presId="urn:microsoft.com/office/officeart/2005/8/layout/orgChart1"/>
    <dgm:cxn modelId="{CB557BF1-F07E-4479-9C88-06EC51FB73B4}" type="presParOf" srcId="{DEE72999-7343-4DDA-B12B-FF18C218D43F}" destId="{95E274E0-6439-4332-8952-06F513A84555}" srcOrd="2" destOrd="0" presId="urn:microsoft.com/office/officeart/2005/8/layout/orgChart1"/>
    <dgm:cxn modelId="{E67704E9-D72F-4241-A522-AFF296225DB7}" type="presParOf" srcId="{42A7BA52-ADFD-48A7-BA46-738DD1B9A3BD}" destId="{EAA198BF-A7C9-4E41-BAEA-553193729850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A2D9DF-78B6-4DBB-9DE6-446E2D5FAAC2}">
      <dsp:nvSpPr>
        <dsp:cNvPr id="0" name=""/>
        <dsp:cNvSpPr/>
      </dsp:nvSpPr>
      <dsp:spPr>
        <a:xfrm>
          <a:off x="6856520" y="1252084"/>
          <a:ext cx="155118" cy="26783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78384"/>
              </a:lnTo>
              <a:lnTo>
                <a:pt x="155118" y="2678384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F76CA9-BEF0-4B92-9A4B-40375D6E8F7F}">
      <dsp:nvSpPr>
        <dsp:cNvPr id="0" name=""/>
        <dsp:cNvSpPr/>
      </dsp:nvSpPr>
      <dsp:spPr>
        <a:xfrm>
          <a:off x="6856520" y="1252084"/>
          <a:ext cx="155118" cy="19441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44155"/>
              </a:lnTo>
              <a:lnTo>
                <a:pt x="155118" y="1944155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AE8CA9-D45B-45E5-A073-48541F8CF0CC}">
      <dsp:nvSpPr>
        <dsp:cNvPr id="0" name=""/>
        <dsp:cNvSpPr/>
      </dsp:nvSpPr>
      <dsp:spPr>
        <a:xfrm>
          <a:off x="6856520" y="1252084"/>
          <a:ext cx="155118" cy="12099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09926"/>
              </a:lnTo>
              <a:lnTo>
                <a:pt x="155118" y="1209926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2A9B4F-2F69-4C6C-AC38-9651677A3C3B}">
      <dsp:nvSpPr>
        <dsp:cNvPr id="0" name=""/>
        <dsp:cNvSpPr/>
      </dsp:nvSpPr>
      <dsp:spPr>
        <a:xfrm>
          <a:off x="6856520" y="1252084"/>
          <a:ext cx="155118" cy="4756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5697"/>
              </a:lnTo>
              <a:lnTo>
                <a:pt x="155118" y="475697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BB080E-4ECB-408E-A946-2A2DBB7E7EF0}">
      <dsp:nvSpPr>
        <dsp:cNvPr id="0" name=""/>
        <dsp:cNvSpPr/>
      </dsp:nvSpPr>
      <dsp:spPr>
        <a:xfrm>
          <a:off x="4767586" y="517855"/>
          <a:ext cx="2502583" cy="2171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8583"/>
              </a:lnTo>
              <a:lnTo>
                <a:pt x="2502583" y="108583"/>
              </a:lnTo>
              <a:lnTo>
                <a:pt x="2502583" y="217166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8BF06F-2340-4DED-B2BC-2C73F847098E}">
      <dsp:nvSpPr>
        <dsp:cNvPr id="0" name=""/>
        <dsp:cNvSpPr/>
      </dsp:nvSpPr>
      <dsp:spPr>
        <a:xfrm>
          <a:off x="5605228" y="1252084"/>
          <a:ext cx="155118" cy="12099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09926"/>
              </a:lnTo>
              <a:lnTo>
                <a:pt x="155118" y="1209926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3C7C09-6AD6-4F10-AABD-0009DF2CC3EF}">
      <dsp:nvSpPr>
        <dsp:cNvPr id="0" name=""/>
        <dsp:cNvSpPr/>
      </dsp:nvSpPr>
      <dsp:spPr>
        <a:xfrm>
          <a:off x="5605228" y="1252084"/>
          <a:ext cx="155118" cy="4756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5697"/>
              </a:lnTo>
              <a:lnTo>
                <a:pt x="155118" y="475697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F212DB-2340-4004-939A-40E102062FC8}">
      <dsp:nvSpPr>
        <dsp:cNvPr id="0" name=""/>
        <dsp:cNvSpPr/>
      </dsp:nvSpPr>
      <dsp:spPr>
        <a:xfrm>
          <a:off x="4767586" y="517855"/>
          <a:ext cx="1251291" cy="2171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8583"/>
              </a:lnTo>
              <a:lnTo>
                <a:pt x="1251291" y="108583"/>
              </a:lnTo>
              <a:lnTo>
                <a:pt x="1251291" y="217166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7008CD-DDEA-4331-BDB7-BB6F6D2EC7D0}">
      <dsp:nvSpPr>
        <dsp:cNvPr id="0" name=""/>
        <dsp:cNvSpPr/>
      </dsp:nvSpPr>
      <dsp:spPr>
        <a:xfrm>
          <a:off x="4353936" y="1252084"/>
          <a:ext cx="155118" cy="48810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81071"/>
              </a:lnTo>
              <a:lnTo>
                <a:pt x="155118" y="4881071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823A6D-2603-40B3-9E13-76A76D79D39B}">
      <dsp:nvSpPr>
        <dsp:cNvPr id="0" name=""/>
        <dsp:cNvSpPr/>
      </dsp:nvSpPr>
      <dsp:spPr>
        <a:xfrm>
          <a:off x="4353936" y="1252084"/>
          <a:ext cx="155118" cy="41468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46842"/>
              </a:lnTo>
              <a:lnTo>
                <a:pt x="155118" y="4146842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10DD3F-E75B-4590-9D3C-E2F4B45E363E}">
      <dsp:nvSpPr>
        <dsp:cNvPr id="0" name=""/>
        <dsp:cNvSpPr/>
      </dsp:nvSpPr>
      <dsp:spPr>
        <a:xfrm>
          <a:off x="4353936" y="1252084"/>
          <a:ext cx="155118" cy="34126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12613"/>
              </a:lnTo>
              <a:lnTo>
                <a:pt x="155118" y="3412613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84BE51-3D4C-4EE4-A266-730FFC32B085}">
      <dsp:nvSpPr>
        <dsp:cNvPr id="0" name=""/>
        <dsp:cNvSpPr/>
      </dsp:nvSpPr>
      <dsp:spPr>
        <a:xfrm>
          <a:off x="4353936" y="1252084"/>
          <a:ext cx="155118" cy="26783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78384"/>
              </a:lnTo>
              <a:lnTo>
                <a:pt x="155118" y="2678384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820A79-95D7-4AA0-B4D3-5077BFE0EC4E}">
      <dsp:nvSpPr>
        <dsp:cNvPr id="0" name=""/>
        <dsp:cNvSpPr/>
      </dsp:nvSpPr>
      <dsp:spPr>
        <a:xfrm>
          <a:off x="4353936" y="1252084"/>
          <a:ext cx="155118" cy="19441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44155"/>
              </a:lnTo>
              <a:lnTo>
                <a:pt x="155118" y="1944155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990FD0-0C2C-42D8-9639-CA943894F94C}">
      <dsp:nvSpPr>
        <dsp:cNvPr id="0" name=""/>
        <dsp:cNvSpPr/>
      </dsp:nvSpPr>
      <dsp:spPr>
        <a:xfrm>
          <a:off x="4353936" y="1252084"/>
          <a:ext cx="155118" cy="12099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09926"/>
              </a:lnTo>
              <a:lnTo>
                <a:pt x="155118" y="1209926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14B323-8F13-49CD-8164-47D820E32BE2}">
      <dsp:nvSpPr>
        <dsp:cNvPr id="0" name=""/>
        <dsp:cNvSpPr/>
      </dsp:nvSpPr>
      <dsp:spPr>
        <a:xfrm>
          <a:off x="4353936" y="1252084"/>
          <a:ext cx="155118" cy="4756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5697"/>
              </a:lnTo>
              <a:lnTo>
                <a:pt x="155118" y="475697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E26F1A-8CDC-4993-BD4C-1CEEDFE0A275}">
      <dsp:nvSpPr>
        <dsp:cNvPr id="0" name=""/>
        <dsp:cNvSpPr/>
      </dsp:nvSpPr>
      <dsp:spPr>
        <a:xfrm>
          <a:off x="4721866" y="517855"/>
          <a:ext cx="91440" cy="21716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17166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167703-8D5B-4991-AD12-142E860B4504}">
      <dsp:nvSpPr>
        <dsp:cNvPr id="0" name=""/>
        <dsp:cNvSpPr/>
      </dsp:nvSpPr>
      <dsp:spPr>
        <a:xfrm>
          <a:off x="3102645" y="1252084"/>
          <a:ext cx="155118" cy="26783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78384"/>
              </a:lnTo>
              <a:lnTo>
                <a:pt x="155118" y="2678384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C6CD79-CA5E-4FBA-85A0-969271E48F27}">
      <dsp:nvSpPr>
        <dsp:cNvPr id="0" name=""/>
        <dsp:cNvSpPr/>
      </dsp:nvSpPr>
      <dsp:spPr>
        <a:xfrm>
          <a:off x="3102645" y="1252084"/>
          <a:ext cx="155118" cy="19441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44155"/>
              </a:lnTo>
              <a:lnTo>
                <a:pt x="155118" y="1944155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53AE92-C012-44F1-954B-26DDEC1A012B}">
      <dsp:nvSpPr>
        <dsp:cNvPr id="0" name=""/>
        <dsp:cNvSpPr/>
      </dsp:nvSpPr>
      <dsp:spPr>
        <a:xfrm>
          <a:off x="3102645" y="1252084"/>
          <a:ext cx="155118" cy="12099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09926"/>
              </a:lnTo>
              <a:lnTo>
                <a:pt x="155118" y="1209926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EEFD21-4B0C-4A6E-A8FE-BD67B59783C9}">
      <dsp:nvSpPr>
        <dsp:cNvPr id="0" name=""/>
        <dsp:cNvSpPr/>
      </dsp:nvSpPr>
      <dsp:spPr>
        <a:xfrm>
          <a:off x="3102645" y="1252084"/>
          <a:ext cx="155118" cy="4756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5697"/>
              </a:lnTo>
              <a:lnTo>
                <a:pt x="155118" y="475697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942C59-1A0F-4B9B-9D88-B01E43ED8136}">
      <dsp:nvSpPr>
        <dsp:cNvPr id="0" name=""/>
        <dsp:cNvSpPr/>
      </dsp:nvSpPr>
      <dsp:spPr>
        <a:xfrm>
          <a:off x="3516295" y="517855"/>
          <a:ext cx="1251291" cy="217166"/>
        </a:xfrm>
        <a:custGeom>
          <a:avLst/>
          <a:gdLst/>
          <a:ahLst/>
          <a:cxnLst/>
          <a:rect l="0" t="0" r="0" b="0"/>
          <a:pathLst>
            <a:path>
              <a:moveTo>
                <a:pt x="1251291" y="0"/>
              </a:moveTo>
              <a:lnTo>
                <a:pt x="1251291" y="108583"/>
              </a:lnTo>
              <a:lnTo>
                <a:pt x="0" y="108583"/>
              </a:lnTo>
              <a:lnTo>
                <a:pt x="0" y="217166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1319A9-9236-4F64-B90A-A07F49E307AA}">
      <dsp:nvSpPr>
        <dsp:cNvPr id="0" name=""/>
        <dsp:cNvSpPr/>
      </dsp:nvSpPr>
      <dsp:spPr>
        <a:xfrm>
          <a:off x="1851353" y="1252084"/>
          <a:ext cx="155118" cy="19441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44155"/>
              </a:lnTo>
              <a:lnTo>
                <a:pt x="155118" y="1944155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5B8D0B-68EE-4E7E-962A-80562E89E507}">
      <dsp:nvSpPr>
        <dsp:cNvPr id="0" name=""/>
        <dsp:cNvSpPr/>
      </dsp:nvSpPr>
      <dsp:spPr>
        <a:xfrm>
          <a:off x="1851353" y="1252084"/>
          <a:ext cx="155118" cy="12099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09926"/>
              </a:lnTo>
              <a:lnTo>
                <a:pt x="155118" y="1209926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E400F9-0FE9-41AC-8954-95186AD83A43}">
      <dsp:nvSpPr>
        <dsp:cNvPr id="0" name=""/>
        <dsp:cNvSpPr/>
      </dsp:nvSpPr>
      <dsp:spPr>
        <a:xfrm>
          <a:off x="1851353" y="1252084"/>
          <a:ext cx="155118" cy="4756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5697"/>
              </a:lnTo>
              <a:lnTo>
                <a:pt x="155118" y="475697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017B30-C280-46F7-8869-0B44F3F63368}">
      <dsp:nvSpPr>
        <dsp:cNvPr id="0" name=""/>
        <dsp:cNvSpPr/>
      </dsp:nvSpPr>
      <dsp:spPr>
        <a:xfrm>
          <a:off x="2265003" y="517855"/>
          <a:ext cx="2502583" cy="217166"/>
        </a:xfrm>
        <a:custGeom>
          <a:avLst/>
          <a:gdLst/>
          <a:ahLst/>
          <a:cxnLst/>
          <a:rect l="0" t="0" r="0" b="0"/>
          <a:pathLst>
            <a:path>
              <a:moveTo>
                <a:pt x="2502583" y="0"/>
              </a:moveTo>
              <a:lnTo>
                <a:pt x="2502583" y="108583"/>
              </a:lnTo>
              <a:lnTo>
                <a:pt x="0" y="108583"/>
              </a:lnTo>
              <a:lnTo>
                <a:pt x="0" y="217166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A9874F-4E1C-420C-999A-BEB722DB8C5C}">
      <dsp:nvSpPr>
        <dsp:cNvPr id="0" name=""/>
        <dsp:cNvSpPr/>
      </dsp:nvSpPr>
      <dsp:spPr>
        <a:xfrm>
          <a:off x="4250524" y="792"/>
          <a:ext cx="1034125" cy="51706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ATLIQ GRANDS</a:t>
          </a:r>
        </a:p>
      </dsp:txBody>
      <dsp:txXfrm>
        <a:off x="4250524" y="792"/>
        <a:ext cx="1034125" cy="517062"/>
      </dsp:txXfrm>
    </dsp:sp>
    <dsp:sp modelId="{AC590782-ECBF-4B57-9DA2-5BFE9CFC2042}">
      <dsp:nvSpPr>
        <dsp:cNvPr id="0" name=""/>
        <dsp:cNvSpPr/>
      </dsp:nvSpPr>
      <dsp:spPr>
        <a:xfrm>
          <a:off x="1747940" y="735021"/>
          <a:ext cx="1034125" cy="51706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Data</a:t>
          </a:r>
        </a:p>
      </dsp:txBody>
      <dsp:txXfrm>
        <a:off x="1747940" y="735021"/>
        <a:ext cx="1034125" cy="517062"/>
      </dsp:txXfrm>
    </dsp:sp>
    <dsp:sp modelId="{56852AD6-4E20-42F0-B824-FCB8538430E1}">
      <dsp:nvSpPr>
        <dsp:cNvPr id="0" name=""/>
        <dsp:cNvSpPr/>
      </dsp:nvSpPr>
      <dsp:spPr>
        <a:xfrm>
          <a:off x="2006472" y="1469250"/>
          <a:ext cx="1034125" cy="51706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May,2022</a:t>
          </a:r>
        </a:p>
      </dsp:txBody>
      <dsp:txXfrm>
        <a:off x="2006472" y="1469250"/>
        <a:ext cx="1034125" cy="517062"/>
      </dsp:txXfrm>
    </dsp:sp>
    <dsp:sp modelId="{7DB9C1D4-643E-4E28-9925-6F3AFAB541D5}">
      <dsp:nvSpPr>
        <dsp:cNvPr id="0" name=""/>
        <dsp:cNvSpPr/>
      </dsp:nvSpPr>
      <dsp:spPr>
        <a:xfrm>
          <a:off x="2006472" y="2203479"/>
          <a:ext cx="1034125" cy="51706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June,2022</a:t>
          </a:r>
        </a:p>
      </dsp:txBody>
      <dsp:txXfrm>
        <a:off x="2006472" y="2203479"/>
        <a:ext cx="1034125" cy="517062"/>
      </dsp:txXfrm>
    </dsp:sp>
    <dsp:sp modelId="{C3443C9F-B914-4102-99A0-2E52791C2E1E}">
      <dsp:nvSpPr>
        <dsp:cNvPr id="0" name=""/>
        <dsp:cNvSpPr/>
      </dsp:nvSpPr>
      <dsp:spPr>
        <a:xfrm>
          <a:off x="2006472" y="2937708"/>
          <a:ext cx="1034125" cy="51706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July,2022    </a:t>
          </a:r>
        </a:p>
      </dsp:txBody>
      <dsp:txXfrm>
        <a:off x="2006472" y="2937708"/>
        <a:ext cx="1034125" cy="517062"/>
      </dsp:txXfrm>
    </dsp:sp>
    <dsp:sp modelId="{0EC6B487-6DD0-44D6-A44A-214BA6498226}">
      <dsp:nvSpPr>
        <dsp:cNvPr id="0" name=""/>
        <dsp:cNvSpPr/>
      </dsp:nvSpPr>
      <dsp:spPr>
        <a:xfrm>
          <a:off x="2999232" y="735021"/>
          <a:ext cx="1034125" cy="51706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City</a:t>
          </a:r>
        </a:p>
      </dsp:txBody>
      <dsp:txXfrm>
        <a:off x="2999232" y="735021"/>
        <a:ext cx="1034125" cy="517062"/>
      </dsp:txXfrm>
    </dsp:sp>
    <dsp:sp modelId="{CFFFB2BA-30B2-4648-9B9D-11711336DA0A}">
      <dsp:nvSpPr>
        <dsp:cNvPr id="0" name=""/>
        <dsp:cNvSpPr/>
      </dsp:nvSpPr>
      <dsp:spPr>
        <a:xfrm>
          <a:off x="3257763" y="1469250"/>
          <a:ext cx="1034125" cy="51706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Delhi</a:t>
          </a:r>
        </a:p>
      </dsp:txBody>
      <dsp:txXfrm>
        <a:off x="3257763" y="1469250"/>
        <a:ext cx="1034125" cy="517062"/>
      </dsp:txXfrm>
    </dsp:sp>
    <dsp:sp modelId="{66F994BB-5A77-42F3-B105-C68371937470}">
      <dsp:nvSpPr>
        <dsp:cNvPr id="0" name=""/>
        <dsp:cNvSpPr/>
      </dsp:nvSpPr>
      <dsp:spPr>
        <a:xfrm>
          <a:off x="3257763" y="2203479"/>
          <a:ext cx="1034125" cy="51706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Mumbai</a:t>
          </a:r>
        </a:p>
      </dsp:txBody>
      <dsp:txXfrm>
        <a:off x="3257763" y="2203479"/>
        <a:ext cx="1034125" cy="517062"/>
      </dsp:txXfrm>
    </dsp:sp>
    <dsp:sp modelId="{8C773694-84CC-473D-9E09-C0E668E2C45A}">
      <dsp:nvSpPr>
        <dsp:cNvPr id="0" name=""/>
        <dsp:cNvSpPr/>
      </dsp:nvSpPr>
      <dsp:spPr>
        <a:xfrm>
          <a:off x="3257763" y="2937708"/>
          <a:ext cx="1034125" cy="51706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Hyderabad</a:t>
          </a:r>
        </a:p>
      </dsp:txBody>
      <dsp:txXfrm>
        <a:off x="3257763" y="2937708"/>
        <a:ext cx="1034125" cy="517062"/>
      </dsp:txXfrm>
    </dsp:sp>
    <dsp:sp modelId="{BA4A0D3F-D63F-4CDC-A528-FBAB5DCD5663}">
      <dsp:nvSpPr>
        <dsp:cNvPr id="0" name=""/>
        <dsp:cNvSpPr/>
      </dsp:nvSpPr>
      <dsp:spPr>
        <a:xfrm>
          <a:off x="3257763" y="3671937"/>
          <a:ext cx="1034125" cy="51706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Bangalore</a:t>
          </a:r>
        </a:p>
      </dsp:txBody>
      <dsp:txXfrm>
        <a:off x="3257763" y="3671937"/>
        <a:ext cx="1034125" cy="517062"/>
      </dsp:txXfrm>
    </dsp:sp>
    <dsp:sp modelId="{AAB00D0C-21D9-455E-8BC2-0C9020EAC960}">
      <dsp:nvSpPr>
        <dsp:cNvPr id="0" name=""/>
        <dsp:cNvSpPr/>
      </dsp:nvSpPr>
      <dsp:spPr>
        <a:xfrm>
          <a:off x="4250524" y="735021"/>
          <a:ext cx="1034125" cy="51706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Property_Names</a:t>
          </a:r>
        </a:p>
      </dsp:txBody>
      <dsp:txXfrm>
        <a:off x="4250524" y="735021"/>
        <a:ext cx="1034125" cy="517062"/>
      </dsp:txXfrm>
    </dsp:sp>
    <dsp:sp modelId="{39D53F75-2101-41E3-8BEA-7EBE87C51537}">
      <dsp:nvSpPr>
        <dsp:cNvPr id="0" name=""/>
        <dsp:cNvSpPr/>
      </dsp:nvSpPr>
      <dsp:spPr>
        <a:xfrm>
          <a:off x="4509055" y="1469250"/>
          <a:ext cx="1034125" cy="51706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Atliq Bay</a:t>
          </a:r>
        </a:p>
      </dsp:txBody>
      <dsp:txXfrm>
        <a:off x="4509055" y="1469250"/>
        <a:ext cx="1034125" cy="517062"/>
      </dsp:txXfrm>
    </dsp:sp>
    <dsp:sp modelId="{F03F6EF6-56FA-494C-8A5E-F4B8FBB110EE}">
      <dsp:nvSpPr>
        <dsp:cNvPr id="0" name=""/>
        <dsp:cNvSpPr/>
      </dsp:nvSpPr>
      <dsp:spPr>
        <a:xfrm>
          <a:off x="4509055" y="2203479"/>
          <a:ext cx="1034125" cy="51706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Atliq Blu</a:t>
          </a:r>
        </a:p>
      </dsp:txBody>
      <dsp:txXfrm>
        <a:off x="4509055" y="2203479"/>
        <a:ext cx="1034125" cy="517062"/>
      </dsp:txXfrm>
    </dsp:sp>
    <dsp:sp modelId="{9F255E0C-84F8-4184-8A0E-18C782A503FD}">
      <dsp:nvSpPr>
        <dsp:cNvPr id="0" name=""/>
        <dsp:cNvSpPr/>
      </dsp:nvSpPr>
      <dsp:spPr>
        <a:xfrm>
          <a:off x="4509055" y="2937708"/>
          <a:ext cx="1034125" cy="51706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Atliq City</a:t>
          </a:r>
        </a:p>
      </dsp:txBody>
      <dsp:txXfrm>
        <a:off x="4509055" y="2937708"/>
        <a:ext cx="1034125" cy="517062"/>
      </dsp:txXfrm>
    </dsp:sp>
    <dsp:sp modelId="{880C55D6-EEB8-4A08-9677-69844A1589C8}">
      <dsp:nvSpPr>
        <dsp:cNvPr id="0" name=""/>
        <dsp:cNvSpPr/>
      </dsp:nvSpPr>
      <dsp:spPr>
        <a:xfrm>
          <a:off x="4509055" y="3671937"/>
          <a:ext cx="1034125" cy="51706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Atliq Exotica</a:t>
          </a:r>
        </a:p>
      </dsp:txBody>
      <dsp:txXfrm>
        <a:off x="4509055" y="3671937"/>
        <a:ext cx="1034125" cy="517062"/>
      </dsp:txXfrm>
    </dsp:sp>
    <dsp:sp modelId="{B8DC922D-5749-4B30-B8D8-E8D2AB42D10F}">
      <dsp:nvSpPr>
        <dsp:cNvPr id="0" name=""/>
        <dsp:cNvSpPr/>
      </dsp:nvSpPr>
      <dsp:spPr>
        <a:xfrm>
          <a:off x="4509055" y="4406166"/>
          <a:ext cx="1034125" cy="51706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Atliq Grands</a:t>
          </a:r>
        </a:p>
      </dsp:txBody>
      <dsp:txXfrm>
        <a:off x="4509055" y="4406166"/>
        <a:ext cx="1034125" cy="517062"/>
      </dsp:txXfrm>
    </dsp:sp>
    <dsp:sp modelId="{4F8AD757-116E-4265-A29D-77E869AD564A}">
      <dsp:nvSpPr>
        <dsp:cNvPr id="0" name=""/>
        <dsp:cNvSpPr/>
      </dsp:nvSpPr>
      <dsp:spPr>
        <a:xfrm>
          <a:off x="4509055" y="5140395"/>
          <a:ext cx="1034125" cy="51706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Atliq Place</a:t>
          </a:r>
        </a:p>
      </dsp:txBody>
      <dsp:txXfrm>
        <a:off x="4509055" y="5140395"/>
        <a:ext cx="1034125" cy="517062"/>
      </dsp:txXfrm>
    </dsp:sp>
    <dsp:sp modelId="{1626DD30-443B-48B2-B8AD-39002E91BEE4}">
      <dsp:nvSpPr>
        <dsp:cNvPr id="0" name=""/>
        <dsp:cNvSpPr/>
      </dsp:nvSpPr>
      <dsp:spPr>
        <a:xfrm>
          <a:off x="4509055" y="5874624"/>
          <a:ext cx="1034125" cy="51706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Atliq Seasons</a:t>
          </a:r>
        </a:p>
      </dsp:txBody>
      <dsp:txXfrm>
        <a:off x="4509055" y="5874624"/>
        <a:ext cx="1034125" cy="517062"/>
      </dsp:txXfrm>
    </dsp:sp>
    <dsp:sp modelId="{F1A55549-5C71-4B9D-88BE-BEB039BE22A7}">
      <dsp:nvSpPr>
        <dsp:cNvPr id="0" name=""/>
        <dsp:cNvSpPr/>
      </dsp:nvSpPr>
      <dsp:spPr>
        <a:xfrm>
          <a:off x="5501815" y="735021"/>
          <a:ext cx="1034125" cy="51706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Category</a:t>
          </a:r>
        </a:p>
      </dsp:txBody>
      <dsp:txXfrm>
        <a:off x="5501815" y="735021"/>
        <a:ext cx="1034125" cy="517062"/>
      </dsp:txXfrm>
    </dsp:sp>
    <dsp:sp modelId="{4835A531-688D-4F2C-8956-B2DFC5E52192}">
      <dsp:nvSpPr>
        <dsp:cNvPr id="0" name=""/>
        <dsp:cNvSpPr/>
      </dsp:nvSpPr>
      <dsp:spPr>
        <a:xfrm>
          <a:off x="5760347" y="1469250"/>
          <a:ext cx="1034125" cy="51706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Luxury</a:t>
          </a:r>
        </a:p>
      </dsp:txBody>
      <dsp:txXfrm>
        <a:off x="5760347" y="1469250"/>
        <a:ext cx="1034125" cy="517062"/>
      </dsp:txXfrm>
    </dsp:sp>
    <dsp:sp modelId="{410DB14D-9677-4BB6-B3C9-9E4DEB245FE7}">
      <dsp:nvSpPr>
        <dsp:cNvPr id="0" name=""/>
        <dsp:cNvSpPr/>
      </dsp:nvSpPr>
      <dsp:spPr>
        <a:xfrm>
          <a:off x="5760347" y="2203479"/>
          <a:ext cx="1034125" cy="51706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Business</a:t>
          </a:r>
        </a:p>
      </dsp:txBody>
      <dsp:txXfrm>
        <a:off x="5760347" y="2203479"/>
        <a:ext cx="1034125" cy="517062"/>
      </dsp:txXfrm>
    </dsp:sp>
    <dsp:sp modelId="{89A18078-7A77-4308-B7BF-6FD8DFBA86CE}">
      <dsp:nvSpPr>
        <dsp:cNvPr id="0" name=""/>
        <dsp:cNvSpPr/>
      </dsp:nvSpPr>
      <dsp:spPr>
        <a:xfrm>
          <a:off x="6753107" y="735021"/>
          <a:ext cx="1034125" cy="51706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Room_Class</a:t>
          </a:r>
        </a:p>
      </dsp:txBody>
      <dsp:txXfrm>
        <a:off x="6753107" y="735021"/>
        <a:ext cx="1034125" cy="517062"/>
      </dsp:txXfrm>
    </dsp:sp>
    <dsp:sp modelId="{FBCD621A-4EA9-4D7F-90E5-35093583044C}">
      <dsp:nvSpPr>
        <dsp:cNvPr id="0" name=""/>
        <dsp:cNvSpPr/>
      </dsp:nvSpPr>
      <dsp:spPr>
        <a:xfrm>
          <a:off x="7011638" y="1469250"/>
          <a:ext cx="1034125" cy="51706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Standard</a:t>
          </a:r>
        </a:p>
      </dsp:txBody>
      <dsp:txXfrm>
        <a:off x="7011638" y="1469250"/>
        <a:ext cx="1034125" cy="517062"/>
      </dsp:txXfrm>
    </dsp:sp>
    <dsp:sp modelId="{394C727F-1F85-461B-81F7-D289C4CBE9A6}">
      <dsp:nvSpPr>
        <dsp:cNvPr id="0" name=""/>
        <dsp:cNvSpPr/>
      </dsp:nvSpPr>
      <dsp:spPr>
        <a:xfrm>
          <a:off x="7011638" y="2203479"/>
          <a:ext cx="1034125" cy="51706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Elite</a:t>
          </a:r>
        </a:p>
      </dsp:txBody>
      <dsp:txXfrm>
        <a:off x="7011638" y="2203479"/>
        <a:ext cx="1034125" cy="517062"/>
      </dsp:txXfrm>
    </dsp:sp>
    <dsp:sp modelId="{3C5DBAEE-832F-45B1-ABEE-6833CEE14D2A}">
      <dsp:nvSpPr>
        <dsp:cNvPr id="0" name=""/>
        <dsp:cNvSpPr/>
      </dsp:nvSpPr>
      <dsp:spPr>
        <a:xfrm>
          <a:off x="7011638" y="2937708"/>
          <a:ext cx="1034125" cy="51706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Premium</a:t>
          </a:r>
        </a:p>
      </dsp:txBody>
      <dsp:txXfrm>
        <a:off x="7011638" y="2937708"/>
        <a:ext cx="1034125" cy="517062"/>
      </dsp:txXfrm>
    </dsp:sp>
    <dsp:sp modelId="{CEEAC80A-0C45-45D0-BE56-26401BDAD51C}">
      <dsp:nvSpPr>
        <dsp:cNvPr id="0" name=""/>
        <dsp:cNvSpPr/>
      </dsp:nvSpPr>
      <dsp:spPr>
        <a:xfrm>
          <a:off x="7011638" y="3671937"/>
          <a:ext cx="1034125" cy="51706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Presidential</a:t>
          </a:r>
        </a:p>
      </dsp:txBody>
      <dsp:txXfrm>
        <a:off x="7011638" y="3671937"/>
        <a:ext cx="1034125" cy="5170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4183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726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829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864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view?r=eyJrIjoiODM3MjEyMjktYTgyOC00YTBjLTk5NjYtMTJlOGI1OGJmYjcxIiwidCI6ImM2ZTU0OWIzLTVmNDUtNDAzMi1hYWU5LWQ0MjQ0ZGM1YjJjNCJ9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3.jpg"/><Relationship Id="rId5" Type="http://schemas.openxmlformats.org/officeDocument/2006/relationships/image" Target="../media/image2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3838074" y="2754510"/>
            <a:ext cx="7468553" cy="194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7650"/>
              </a:lnSpc>
              <a:buNone/>
            </a:pPr>
            <a:r>
              <a:rPr lang="en-US" sz="610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AtliQ Grands Hospitality Analysis</a:t>
            </a:r>
            <a:endParaRPr lang="en-US" sz="6100" dirty="0"/>
          </a:p>
        </p:txBody>
      </p:sp>
      <p:sp>
        <p:nvSpPr>
          <p:cNvPr id="5" name="Text 1"/>
          <p:cNvSpPr/>
          <p:nvPr/>
        </p:nvSpPr>
        <p:spPr>
          <a:xfrm>
            <a:off x="837723" y="3528491"/>
            <a:ext cx="746855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966907" y="6117550"/>
            <a:ext cx="124420" cy="97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1340287" y="5957054"/>
            <a:ext cx="1306711" cy="418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endParaRPr lang="en-US" sz="23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BBE0BA-B80A-7B1E-71CE-CF9B763C84D3}"/>
              </a:ext>
            </a:extLst>
          </p:cNvPr>
          <p:cNvSpPr/>
          <p:nvPr/>
        </p:nvSpPr>
        <p:spPr>
          <a:xfrm>
            <a:off x="12729411" y="7620714"/>
            <a:ext cx="1887754" cy="608886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F21A1F3-3133-AD84-5392-9D809915B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87" y="60591"/>
            <a:ext cx="526456" cy="5710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E98D36A-2636-AA40-A9CE-B38D1ECBF5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68663" y="4708"/>
            <a:ext cx="648502" cy="648502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7560134D-B5FA-047F-DE3E-C33CCF4EAD61}"/>
              </a:ext>
            </a:extLst>
          </p:cNvPr>
          <p:cNvSpPr/>
          <p:nvPr/>
        </p:nvSpPr>
        <p:spPr>
          <a:xfrm>
            <a:off x="837724" y="4151049"/>
            <a:ext cx="746855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endParaRPr lang="en-US" sz="185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657AED84-F672-F3CB-FCC9-B250E4562F76}"/>
              </a:ext>
            </a:extLst>
          </p:cNvPr>
          <p:cNvSpPr/>
          <p:nvPr/>
        </p:nvSpPr>
        <p:spPr>
          <a:xfrm>
            <a:off x="966907" y="6112842"/>
            <a:ext cx="124420" cy="97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</a:t>
            </a:r>
            <a:endParaRPr lang="en-US" sz="75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C89371D8-6087-FA4E-EB6E-7A417A3B8A8C}"/>
              </a:ext>
            </a:extLst>
          </p:cNvPr>
          <p:cNvSpPr/>
          <p:nvPr/>
        </p:nvSpPr>
        <p:spPr>
          <a:xfrm>
            <a:off x="1340287" y="5952346"/>
            <a:ext cx="1306711" cy="418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endParaRPr lang="en-US" sz="23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4285FCE-580D-EB31-F8B2-63238883E30E}"/>
              </a:ext>
            </a:extLst>
          </p:cNvPr>
          <p:cNvSpPr/>
          <p:nvPr/>
        </p:nvSpPr>
        <p:spPr>
          <a:xfrm>
            <a:off x="12729411" y="7616006"/>
            <a:ext cx="1887754" cy="608886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213DD3A-317B-AC5A-D6EE-E8F1303059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87" y="55883"/>
            <a:ext cx="526456" cy="57103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FAFD186-EEB5-00DC-A261-D608F93586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68663" y="0"/>
            <a:ext cx="648502" cy="648502"/>
          </a:xfrm>
          <a:prstGeom prst="rect">
            <a:avLst/>
          </a:prstGeom>
        </p:spPr>
      </p:pic>
      <p:sp>
        <p:nvSpPr>
          <p:cNvPr id="18" name="Text 0">
            <a:extLst>
              <a:ext uri="{FF2B5EF4-FFF2-40B4-BE49-F238E27FC236}">
                <a16:creationId xmlns:a16="http://schemas.microsoft.com/office/drawing/2014/main" id="{BBD138C5-CBB3-FE20-8AF1-C024A561B001}"/>
              </a:ext>
            </a:extLst>
          </p:cNvPr>
          <p:cNvSpPr/>
          <p:nvPr/>
        </p:nvSpPr>
        <p:spPr>
          <a:xfrm>
            <a:off x="3838074" y="4561849"/>
            <a:ext cx="11562824" cy="194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7650"/>
              </a:lnSpc>
              <a:buNone/>
            </a:pPr>
            <a:endParaRPr lang="en-US" sz="3200" dirty="0"/>
          </a:p>
        </p:txBody>
      </p:sp>
      <p:pic>
        <p:nvPicPr>
          <p:cNvPr id="19" name="Picture 18" descr="A group of people in different poses&#10;&#10;Description automatically generated">
            <a:extLst>
              <a:ext uri="{FF2B5EF4-FFF2-40B4-BE49-F238E27FC236}">
                <a16:creationId xmlns:a16="http://schemas.microsoft.com/office/drawing/2014/main" id="{AA0A5BF0-D42C-F133-D74D-0737920854C8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"/>
          </a:blip>
          <a:stretch>
            <a:fillRect/>
          </a:stretch>
        </p:blipFill>
        <p:spPr>
          <a:xfrm>
            <a:off x="3475013" y="874129"/>
            <a:ext cx="7680374" cy="6408844"/>
          </a:xfrm>
          <a:prstGeom prst="rect">
            <a:avLst/>
          </a:prstGeom>
        </p:spPr>
      </p:pic>
      <p:pic>
        <p:nvPicPr>
          <p:cNvPr id="21" name="Picture 20" descr="A blue circle with text on it&#10;&#10;Description automatically generated">
            <a:extLst>
              <a:ext uri="{FF2B5EF4-FFF2-40B4-BE49-F238E27FC236}">
                <a16:creationId xmlns:a16="http://schemas.microsoft.com/office/drawing/2014/main" id="{AB026931-430F-9181-A707-8283EDFFE4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01378" y="7282973"/>
            <a:ext cx="1546785" cy="102931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C15DA1D-A160-4B39-D1F4-FA0DB10D5D13}"/>
              </a:ext>
            </a:extLst>
          </p:cNvPr>
          <p:cNvSpPr txBox="1"/>
          <p:nvPr/>
        </p:nvSpPr>
        <p:spPr>
          <a:xfrm>
            <a:off x="3838074" y="4129370"/>
            <a:ext cx="6087979" cy="931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ts val="765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Domain: Hospitality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7118" y="769620"/>
            <a:ext cx="5090398" cy="636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000"/>
              </a:lnSpc>
              <a:buNone/>
            </a:pPr>
            <a:r>
              <a:rPr lang="en-US" sz="4000" i="1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Agenda</a:t>
            </a:r>
            <a:endParaRPr lang="en-US" sz="4000" i="1" dirty="0"/>
          </a:p>
        </p:txBody>
      </p:sp>
      <p:sp>
        <p:nvSpPr>
          <p:cNvPr id="3" name="Shape 1"/>
          <p:cNvSpPr/>
          <p:nvPr/>
        </p:nvSpPr>
        <p:spPr>
          <a:xfrm>
            <a:off x="757118" y="2081808"/>
            <a:ext cx="486727" cy="486728"/>
          </a:xfrm>
          <a:prstGeom prst="roundRect">
            <a:avLst>
              <a:gd name="adj" fmla="val 6667"/>
            </a:avLst>
          </a:prstGeom>
          <a:solidFill>
            <a:srgbClr val="F3E8E8"/>
          </a:solidFill>
          <a:ln/>
        </p:spPr>
      </p:sp>
      <p:sp>
        <p:nvSpPr>
          <p:cNvPr id="4" name="Text 2"/>
          <p:cNvSpPr/>
          <p:nvPr/>
        </p:nvSpPr>
        <p:spPr>
          <a:xfrm>
            <a:off x="953572" y="2172414"/>
            <a:ext cx="93821" cy="305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40299" y="2131397"/>
            <a:ext cx="2545199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Company Background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0183" y="2529721"/>
            <a:ext cx="5746909" cy="103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423428" y="2081808"/>
            <a:ext cx="486727" cy="486728"/>
          </a:xfrm>
          <a:prstGeom prst="roundRect">
            <a:avLst>
              <a:gd name="adj" fmla="val 6667"/>
            </a:avLst>
          </a:prstGeom>
          <a:solidFill>
            <a:srgbClr val="F3E8E8"/>
          </a:solidFill>
          <a:ln/>
        </p:spPr>
      </p:sp>
      <p:sp>
        <p:nvSpPr>
          <p:cNvPr id="8" name="Text 6"/>
          <p:cNvSpPr/>
          <p:nvPr/>
        </p:nvSpPr>
        <p:spPr>
          <a:xfrm>
            <a:off x="7583091" y="2172414"/>
            <a:ext cx="167402" cy="305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126492" y="2131397"/>
            <a:ext cx="2545199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57118" y="4027765"/>
            <a:ext cx="486727" cy="486728"/>
          </a:xfrm>
          <a:prstGeom prst="roundRect">
            <a:avLst>
              <a:gd name="adj" fmla="val 6667"/>
            </a:avLst>
          </a:prstGeom>
          <a:solidFill>
            <a:srgbClr val="F3E8E8"/>
          </a:solidFill>
          <a:ln/>
        </p:spPr>
      </p:sp>
      <p:sp>
        <p:nvSpPr>
          <p:cNvPr id="12" name="Text 10"/>
          <p:cNvSpPr/>
          <p:nvPr/>
        </p:nvSpPr>
        <p:spPr>
          <a:xfrm>
            <a:off x="910947" y="4118372"/>
            <a:ext cx="179070" cy="305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460183" y="4139621"/>
            <a:ext cx="2545199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Project Overview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423428" y="4027765"/>
            <a:ext cx="486727" cy="486728"/>
          </a:xfrm>
          <a:prstGeom prst="roundRect">
            <a:avLst>
              <a:gd name="adj" fmla="val 6667"/>
            </a:avLst>
          </a:prstGeom>
          <a:solidFill>
            <a:srgbClr val="F3E8E8"/>
          </a:solidFill>
          <a:ln/>
        </p:spPr>
      </p:sp>
      <p:sp>
        <p:nvSpPr>
          <p:cNvPr id="16" name="Text 14"/>
          <p:cNvSpPr/>
          <p:nvPr/>
        </p:nvSpPr>
        <p:spPr>
          <a:xfrm>
            <a:off x="7572375" y="4118372"/>
            <a:ext cx="188833" cy="305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126492" y="4139621"/>
            <a:ext cx="2545199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Insights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57118" y="5973723"/>
            <a:ext cx="486727" cy="486728"/>
          </a:xfrm>
          <a:prstGeom prst="roundRect">
            <a:avLst>
              <a:gd name="adj" fmla="val 6667"/>
            </a:avLst>
          </a:prstGeom>
          <a:solidFill>
            <a:srgbClr val="F3E8E8"/>
          </a:solidFill>
          <a:ln/>
        </p:spPr>
      </p:sp>
      <p:sp>
        <p:nvSpPr>
          <p:cNvPr id="20" name="Text 18"/>
          <p:cNvSpPr/>
          <p:nvPr/>
        </p:nvSpPr>
        <p:spPr>
          <a:xfrm>
            <a:off x="913328" y="6064329"/>
            <a:ext cx="174188" cy="305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5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440299" y="6051589"/>
            <a:ext cx="2545199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Dashboard Showcase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423428" y="5973723"/>
            <a:ext cx="486727" cy="486728"/>
          </a:xfrm>
          <a:prstGeom prst="roundRect">
            <a:avLst>
              <a:gd name="adj" fmla="val 6667"/>
            </a:avLst>
          </a:prstGeom>
          <a:solidFill>
            <a:srgbClr val="F3E8E8"/>
          </a:solidFill>
          <a:ln/>
        </p:spPr>
      </p:sp>
      <p:sp>
        <p:nvSpPr>
          <p:cNvPr id="24" name="Text 22"/>
          <p:cNvSpPr/>
          <p:nvPr/>
        </p:nvSpPr>
        <p:spPr>
          <a:xfrm>
            <a:off x="7572256" y="6064329"/>
            <a:ext cx="189071" cy="305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6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8058983" y="6051588"/>
            <a:ext cx="2545199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Recommendations</a:t>
            </a:r>
            <a:endParaRPr lang="en-US" sz="20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1EECC3B-3E88-F562-51CF-6CE6B1D11A2B}"/>
              </a:ext>
            </a:extLst>
          </p:cNvPr>
          <p:cNvSpPr/>
          <p:nvPr/>
        </p:nvSpPr>
        <p:spPr>
          <a:xfrm>
            <a:off x="12729411" y="7620714"/>
            <a:ext cx="1887754" cy="608886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8" grpId="0" animBg="1"/>
      <p:bldP spid="9" grpId="0" animBg="1"/>
      <p:bldP spid="12" grpId="0" animBg="1"/>
      <p:bldP spid="13" grpId="0" animBg="1"/>
      <p:bldP spid="16" grpId="0" animBg="1"/>
      <p:bldP spid="17" grpId="0" animBg="1"/>
      <p:bldP spid="20" grpId="0" animBg="1"/>
      <p:bldP spid="21" grpId="0" animBg="1"/>
      <p:bldP spid="24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4582" y="152750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i="1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Company</a:t>
            </a:r>
            <a:r>
              <a:rPr lang="en-US" sz="440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</a:t>
            </a:r>
            <a:r>
              <a:rPr lang="en-US" sz="4400" i="1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Background</a:t>
            </a:r>
            <a:endParaRPr lang="en-US" sz="4400" i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54154D-F608-0DBF-C6F2-9ED64AE0B8DC}"/>
              </a:ext>
            </a:extLst>
          </p:cNvPr>
          <p:cNvSpPr/>
          <p:nvPr/>
        </p:nvSpPr>
        <p:spPr>
          <a:xfrm>
            <a:off x="12729411" y="7620714"/>
            <a:ext cx="1887754" cy="608886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551A1EA9-30B0-3937-3078-A47FA1E7FF1B}"/>
              </a:ext>
            </a:extLst>
          </p:cNvPr>
          <p:cNvSpPr/>
          <p:nvPr/>
        </p:nvSpPr>
        <p:spPr>
          <a:xfrm>
            <a:off x="849222" y="1021723"/>
            <a:ext cx="12637643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 err="1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AtliQ</a:t>
            </a:r>
            <a:r>
              <a:rPr lang="en-US" sz="18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Grands owns multiple five-star hotels across India. They have been in the hospitality industry for the past 20 years.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95A3ED6-3731-FC9E-A728-419BD44BEF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3141510"/>
              </p:ext>
            </p:extLst>
          </p:nvPr>
        </p:nvGraphicFramePr>
        <p:xfrm>
          <a:off x="2271190" y="1668627"/>
          <a:ext cx="9793705" cy="6392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animBg="1"/>
      <p:bldGraphic spid="4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07378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i="1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Problem Statement</a:t>
            </a:r>
            <a:endParaRPr lang="en-US" sz="4400" i="1" dirty="0"/>
          </a:p>
        </p:txBody>
      </p:sp>
      <p:sp>
        <p:nvSpPr>
          <p:cNvPr id="3" name="Text 1"/>
          <p:cNvSpPr/>
          <p:nvPr/>
        </p:nvSpPr>
        <p:spPr>
          <a:xfrm>
            <a:off x="837724" y="321349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Challenges Faced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3804761"/>
            <a:ext cx="3928586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Increased competition from other hospitality providers is impacting their market share. Ineffective decision-making within management is contributing to revenue decline.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5357813" y="321349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Strategic Move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57813" y="3804761"/>
            <a:ext cx="3928586" cy="229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managing director of AtliQ Grands recognizes the need for data-driven insights to regain market share and revenue. They have a vision to leverage "Business and Data Intelligence".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9877901" y="3213497"/>
            <a:ext cx="305419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Data Analytics Expertise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7901" y="3804761"/>
            <a:ext cx="3928586" cy="229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AtliQ Grands lacks an in-house data analytics team to provide the required insights. They seek a third-party service provider to analyze their historical data and deliver valuable insights.</a:t>
            </a:r>
            <a:endParaRPr lang="en-US" sz="18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54154D-F608-0DBF-C6F2-9ED64AE0B8DC}"/>
              </a:ext>
            </a:extLst>
          </p:cNvPr>
          <p:cNvSpPr/>
          <p:nvPr/>
        </p:nvSpPr>
        <p:spPr>
          <a:xfrm>
            <a:off x="12729411" y="7620714"/>
            <a:ext cx="1887754" cy="608886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551A1EA9-30B0-3937-3078-A47FA1E7FF1B}"/>
              </a:ext>
            </a:extLst>
          </p:cNvPr>
          <p:cNvSpPr/>
          <p:nvPr/>
        </p:nvSpPr>
        <p:spPr>
          <a:xfrm>
            <a:off x="996378" y="2088297"/>
            <a:ext cx="12637643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 err="1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AtliQ</a:t>
            </a:r>
            <a:r>
              <a:rPr lang="en-US" sz="18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Grands owns multiple five-star hotels across India. They have been in the hospitality industry for the past 20 years.</a:t>
            </a:r>
          </a:p>
        </p:txBody>
      </p:sp>
    </p:spTree>
    <p:extLst>
      <p:ext uri="{BB962C8B-B14F-4D97-AF65-F5344CB8AC3E}">
        <p14:creationId xmlns:p14="http://schemas.microsoft.com/office/powerpoint/2010/main" val="4197541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85324" y="539353"/>
            <a:ext cx="4607600" cy="575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500"/>
              </a:lnSpc>
              <a:buNone/>
            </a:pPr>
            <a:r>
              <a:rPr lang="en-US" sz="3600" i="1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Project Overview</a:t>
            </a:r>
            <a:endParaRPr lang="en-US" sz="3600" i="1" dirty="0"/>
          </a:p>
        </p:txBody>
      </p:sp>
      <p:sp>
        <p:nvSpPr>
          <p:cNvPr id="4" name="Shape 1"/>
          <p:cNvSpPr/>
          <p:nvPr/>
        </p:nvSpPr>
        <p:spPr>
          <a:xfrm>
            <a:off x="967621" y="1408986"/>
            <a:ext cx="22860" cy="6281261"/>
          </a:xfrm>
          <a:prstGeom prst="roundRect">
            <a:avLst>
              <a:gd name="adj" fmla="val 128495"/>
            </a:avLst>
          </a:prstGeom>
          <a:solidFill>
            <a:srgbClr val="D9CECE"/>
          </a:solidFill>
          <a:ln/>
        </p:spPr>
      </p:sp>
      <p:sp>
        <p:nvSpPr>
          <p:cNvPr id="5" name="Shape 2"/>
          <p:cNvSpPr/>
          <p:nvPr/>
        </p:nvSpPr>
        <p:spPr>
          <a:xfrm>
            <a:off x="1176457" y="1838087"/>
            <a:ext cx="685324" cy="22860"/>
          </a:xfrm>
          <a:prstGeom prst="roundRect">
            <a:avLst>
              <a:gd name="adj" fmla="val 128495"/>
            </a:avLst>
          </a:prstGeom>
          <a:solidFill>
            <a:srgbClr val="D9CECE"/>
          </a:solidFill>
          <a:ln/>
        </p:spPr>
      </p:sp>
      <p:sp>
        <p:nvSpPr>
          <p:cNvPr id="6" name="Shape 3"/>
          <p:cNvSpPr/>
          <p:nvPr/>
        </p:nvSpPr>
        <p:spPr>
          <a:xfrm>
            <a:off x="758785" y="1629251"/>
            <a:ext cx="440531" cy="440531"/>
          </a:xfrm>
          <a:prstGeom prst="roundRect">
            <a:avLst>
              <a:gd name="adj" fmla="val 6668"/>
            </a:avLst>
          </a:prstGeom>
          <a:solidFill>
            <a:srgbClr val="F3E8E8"/>
          </a:solidFill>
          <a:ln/>
        </p:spPr>
      </p:sp>
      <p:sp>
        <p:nvSpPr>
          <p:cNvPr id="7" name="Text 4"/>
          <p:cNvSpPr/>
          <p:nvPr/>
        </p:nvSpPr>
        <p:spPr>
          <a:xfrm>
            <a:off x="936546" y="1711285"/>
            <a:ext cx="84892" cy="276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1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2056090" y="1604724"/>
            <a:ext cx="2303740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Objective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056090" y="2010013"/>
            <a:ext cx="6402586" cy="626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To conduct a comprehensive analysis of the AtliQ Grands' hotel and room datasets.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176457" y="3457337"/>
            <a:ext cx="685324" cy="22860"/>
          </a:xfrm>
          <a:prstGeom prst="roundRect">
            <a:avLst>
              <a:gd name="adj" fmla="val 128495"/>
            </a:avLst>
          </a:prstGeom>
          <a:solidFill>
            <a:srgbClr val="D9CECE"/>
          </a:solidFill>
          <a:ln/>
        </p:spPr>
      </p:sp>
      <p:sp>
        <p:nvSpPr>
          <p:cNvPr id="11" name="Shape 8"/>
          <p:cNvSpPr/>
          <p:nvPr/>
        </p:nvSpPr>
        <p:spPr>
          <a:xfrm>
            <a:off x="758785" y="3248501"/>
            <a:ext cx="440531" cy="440531"/>
          </a:xfrm>
          <a:prstGeom prst="roundRect">
            <a:avLst>
              <a:gd name="adj" fmla="val 6668"/>
            </a:avLst>
          </a:prstGeom>
          <a:solidFill>
            <a:srgbClr val="F3E8E8"/>
          </a:solidFill>
          <a:ln/>
        </p:spPr>
      </p:sp>
      <p:sp>
        <p:nvSpPr>
          <p:cNvPr id="12" name="Text 9"/>
          <p:cNvSpPr/>
          <p:nvPr/>
        </p:nvSpPr>
        <p:spPr>
          <a:xfrm>
            <a:off x="903327" y="3330535"/>
            <a:ext cx="151448" cy="276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2</a:t>
            </a:r>
            <a:endParaRPr lang="en-US" sz="2150" dirty="0"/>
          </a:p>
        </p:txBody>
      </p:sp>
      <p:sp>
        <p:nvSpPr>
          <p:cNvPr id="13" name="Text 10"/>
          <p:cNvSpPr/>
          <p:nvPr/>
        </p:nvSpPr>
        <p:spPr>
          <a:xfrm>
            <a:off x="2056090" y="3223974"/>
            <a:ext cx="2303740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Focus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2056090" y="3629263"/>
            <a:ext cx="6402586" cy="626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Analyzing revenue, occupancy, and average rating from booking data, considering city and </a:t>
            </a:r>
            <a:r>
              <a:rPr lang="en-US" sz="1500" dirty="0" err="1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property_name</a:t>
            </a:r>
            <a:r>
              <a:rPr lang="en-US" sz="15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details.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176457" y="5076587"/>
            <a:ext cx="685324" cy="22860"/>
          </a:xfrm>
          <a:prstGeom prst="roundRect">
            <a:avLst>
              <a:gd name="adj" fmla="val 128495"/>
            </a:avLst>
          </a:prstGeom>
          <a:solidFill>
            <a:srgbClr val="D9CECE"/>
          </a:solidFill>
          <a:ln/>
        </p:spPr>
      </p:sp>
      <p:sp>
        <p:nvSpPr>
          <p:cNvPr id="16" name="Shape 13"/>
          <p:cNvSpPr/>
          <p:nvPr/>
        </p:nvSpPr>
        <p:spPr>
          <a:xfrm>
            <a:off x="758785" y="4867751"/>
            <a:ext cx="440531" cy="440531"/>
          </a:xfrm>
          <a:prstGeom prst="roundRect">
            <a:avLst>
              <a:gd name="adj" fmla="val 6668"/>
            </a:avLst>
          </a:prstGeom>
          <a:solidFill>
            <a:srgbClr val="F3E8E8"/>
          </a:solidFill>
          <a:ln/>
        </p:spPr>
      </p:sp>
      <p:sp>
        <p:nvSpPr>
          <p:cNvPr id="17" name="Text 14"/>
          <p:cNvSpPr/>
          <p:nvPr/>
        </p:nvSpPr>
        <p:spPr>
          <a:xfrm>
            <a:off x="897969" y="4949785"/>
            <a:ext cx="162044" cy="276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3</a:t>
            </a:r>
            <a:endParaRPr lang="en-US" sz="2150" dirty="0"/>
          </a:p>
        </p:txBody>
      </p:sp>
      <p:sp>
        <p:nvSpPr>
          <p:cNvPr id="18" name="Text 15"/>
          <p:cNvSpPr/>
          <p:nvPr/>
        </p:nvSpPr>
        <p:spPr>
          <a:xfrm>
            <a:off x="2056090" y="4843224"/>
            <a:ext cx="2303740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Data Sets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2056090" y="5248513"/>
            <a:ext cx="6402586" cy="626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Leveraging detailed information from tables including dim_date, dim_hotels, dim_rooms, </a:t>
            </a:r>
            <a:r>
              <a:rPr lang="en-US" sz="1500" dirty="0" err="1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fact_aggregate_bookings</a:t>
            </a:r>
            <a:r>
              <a:rPr lang="en-US" sz="15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and fact_bookings.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1176457" y="6695837"/>
            <a:ext cx="685324" cy="22860"/>
          </a:xfrm>
          <a:prstGeom prst="roundRect">
            <a:avLst>
              <a:gd name="adj" fmla="val 128495"/>
            </a:avLst>
          </a:prstGeom>
          <a:solidFill>
            <a:srgbClr val="D9CECE"/>
          </a:solidFill>
          <a:ln/>
        </p:spPr>
      </p:sp>
      <p:sp>
        <p:nvSpPr>
          <p:cNvPr id="21" name="Shape 18"/>
          <p:cNvSpPr/>
          <p:nvPr/>
        </p:nvSpPr>
        <p:spPr>
          <a:xfrm>
            <a:off x="758785" y="6487001"/>
            <a:ext cx="440531" cy="440531"/>
          </a:xfrm>
          <a:prstGeom prst="roundRect">
            <a:avLst>
              <a:gd name="adj" fmla="val 6668"/>
            </a:avLst>
          </a:prstGeom>
          <a:solidFill>
            <a:srgbClr val="F3E8E8"/>
          </a:solidFill>
          <a:ln/>
        </p:spPr>
      </p:sp>
      <p:sp>
        <p:nvSpPr>
          <p:cNvPr id="22" name="Text 19"/>
          <p:cNvSpPr/>
          <p:nvPr/>
        </p:nvSpPr>
        <p:spPr>
          <a:xfrm>
            <a:off x="893564" y="6569035"/>
            <a:ext cx="170855" cy="276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4</a:t>
            </a:r>
            <a:endParaRPr lang="en-US" sz="2150" dirty="0"/>
          </a:p>
        </p:txBody>
      </p:sp>
      <p:sp>
        <p:nvSpPr>
          <p:cNvPr id="23" name="Text 20"/>
          <p:cNvSpPr/>
          <p:nvPr/>
        </p:nvSpPr>
        <p:spPr>
          <a:xfrm>
            <a:off x="2056090" y="6462474"/>
            <a:ext cx="2303740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Data Corrections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2056090" y="6867763"/>
            <a:ext cx="6402586" cy="626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Ensuring data integrity by converting the date data type from text to date in all relevant tables.</a:t>
            </a:r>
            <a:endParaRPr lang="en-US" sz="1500" dirty="0"/>
          </a:p>
        </p:txBody>
      </p:sp>
      <p:pic>
        <p:nvPicPr>
          <p:cNvPr id="26" name="Image 0" descr="preencoded.png">
            <a:extLst>
              <a:ext uri="{FF2B5EF4-FFF2-40B4-BE49-F238E27FC236}">
                <a16:creationId xmlns:a16="http://schemas.microsoft.com/office/drawing/2014/main" id="{93D1DA76-2187-FA8A-9D37-4243FF9715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27" name="Image 1" descr="preencoded.png">
            <a:extLst>
              <a:ext uri="{FF2B5EF4-FFF2-40B4-BE49-F238E27FC236}">
                <a16:creationId xmlns:a16="http://schemas.microsoft.com/office/drawing/2014/main" id="{575B5928-E298-2433-BE1D-F77C78FD62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3204" y="2599492"/>
            <a:ext cx="4887873" cy="30304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9" grpId="0" animBg="1"/>
      <p:bldP spid="13" grpId="0" animBg="1"/>
      <p:bldP spid="14" grpId="0" animBg="1"/>
      <p:bldP spid="18" grpId="0" animBg="1"/>
      <p:bldP spid="19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99754" y="348537"/>
            <a:ext cx="5113973" cy="639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000"/>
              </a:lnSpc>
              <a:buNone/>
            </a:pPr>
            <a:r>
              <a:rPr lang="en-US" sz="4000" i="1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Insights</a:t>
            </a:r>
            <a:endParaRPr lang="en-US" sz="4000" i="1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B20127-9E16-4104-2B0D-BE2ABDA79720}"/>
              </a:ext>
            </a:extLst>
          </p:cNvPr>
          <p:cNvSpPr/>
          <p:nvPr/>
        </p:nvSpPr>
        <p:spPr>
          <a:xfrm>
            <a:off x="12729411" y="7620714"/>
            <a:ext cx="1887754" cy="608886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A screenshot of a graph&#10;&#10;Description automatically generated">
            <a:extLst>
              <a:ext uri="{FF2B5EF4-FFF2-40B4-BE49-F238E27FC236}">
                <a16:creationId xmlns:a16="http://schemas.microsoft.com/office/drawing/2014/main" id="{0CA42065-5C17-2BAE-EFCF-A718C6D7B3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1534" y="1462605"/>
            <a:ext cx="4540031" cy="2832668"/>
          </a:xfrm>
          <a:prstGeom prst="rect">
            <a:avLst/>
          </a:prstGeom>
        </p:spPr>
      </p:pic>
      <p:pic>
        <p:nvPicPr>
          <p:cNvPr id="15" name="Picture 14" descr="A screenshot of a computer&#10;&#10;Description automatically generated">
            <a:extLst>
              <a:ext uri="{FF2B5EF4-FFF2-40B4-BE49-F238E27FC236}">
                <a16:creationId xmlns:a16="http://schemas.microsoft.com/office/drawing/2014/main" id="{3778E1C1-2743-F159-8FB8-46674CAF58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1534" y="4788046"/>
            <a:ext cx="4540031" cy="28326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C41873-1A3C-50C3-35D1-0E17EC40544B}"/>
              </a:ext>
            </a:extLst>
          </p:cNvPr>
          <p:cNvSpPr txBox="1"/>
          <p:nvPr/>
        </p:nvSpPr>
        <p:spPr>
          <a:xfrm>
            <a:off x="6499754" y="5803403"/>
            <a:ext cx="7315200" cy="823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3000"/>
              </a:lnSpc>
              <a:buNone/>
            </a:pPr>
            <a:r>
              <a:rPr lang="en-US" sz="1800" b="1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Mumbai City  </a:t>
            </a:r>
            <a:r>
              <a:rPr lang="en-US" sz="18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Have Highest Revenue (669M) ,Booking (43K) and Capacity (75K).</a:t>
            </a:r>
          </a:p>
        </p:txBody>
      </p:sp>
      <p:pic>
        <p:nvPicPr>
          <p:cNvPr id="5" name="Picture 4" descr="A screenshot of a graph&#10;&#10;Description automatically generated">
            <a:extLst>
              <a:ext uri="{FF2B5EF4-FFF2-40B4-BE49-F238E27FC236}">
                <a16:creationId xmlns:a16="http://schemas.microsoft.com/office/drawing/2014/main" id="{E665C6A1-B9EC-27E9-A880-42F65C111B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7460" y="1462605"/>
            <a:ext cx="4485257" cy="28326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99754" y="348537"/>
            <a:ext cx="5113973" cy="639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000"/>
              </a:lnSpc>
              <a:buNone/>
            </a:pPr>
            <a:r>
              <a:rPr lang="en-US" sz="4000" i="1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Insights</a:t>
            </a:r>
            <a:endParaRPr lang="en-US" sz="4000" i="1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B20127-9E16-4104-2B0D-BE2ABDA79720}"/>
              </a:ext>
            </a:extLst>
          </p:cNvPr>
          <p:cNvSpPr/>
          <p:nvPr/>
        </p:nvSpPr>
        <p:spPr>
          <a:xfrm>
            <a:off x="12729411" y="7620714"/>
            <a:ext cx="1887754" cy="608886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green bar graph with black text&#10;&#10;Description automatically generated">
            <a:extLst>
              <a:ext uri="{FF2B5EF4-FFF2-40B4-BE49-F238E27FC236}">
                <a16:creationId xmlns:a16="http://schemas.microsoft.com/office/drawing/2014/main" id="{C03E5A18-C3AB-573C-18F2-8878DF86B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4208" y="4521120"/>
            <a:ext cx="4366887" cy="2829481"/>
          </a:xfrm>
          <a:prstGeom prst="rect">
            <a:avLst/>
          </a:prstGeom>
        </p:spPr>
      </p:pic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59A4F68C-D6EC-950D-328F-DFDFF8A3C2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326"/>
          <a:stretch/>
        </p:blipFill>
        <p:spPr>
          <a:xfrm>
            <a:off x="1384207" y="1600199"/>
            <a:ext cx="4366887" cy="26221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89E9E2-21CF-1F4D-151D-D7BA72D3ED42}"/>
              </a:ext>
            </a:extLst>
          </p:cNvPr>
          <p:cNvSpPr txBox="1"/>
          <p:nvPr/>
        </p:nvSpPr>
        <p:spPr>
          <a:xfrm>
            <a:off x="6692260" y="4222390"/>
            <a:ext cx="7315200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3000"/>
              </a:lnSpc>
              <a:buNone/>
            </a:pPr>
            <a:r>
              <a:rPr lang="en-US" sz="1800" b="1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Delhi City  </a:t>
            </a:r>
            <a:r>
              <a:rPr lang="en-US" sz="18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Have Highest Cancellation % (25.06%) and </a:t>
            </a:r>
            <a:r>
              <a:rPr lang="en-US" sz="1800" dirty="0" err="1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Avg_Rating</a:t>
            </a:r>
            <a:r>
              <a:rPr lang="en-US" sz="18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(3.8)</a:t>
            </a:r>
          </a:p>
        </p:txBody>
      </p:sp>
    </p:spTree>
    <p:extLst>
      <p:ext uri="{BB962C8B-B14F-4D97-AF65-F5344CB8AC3E}">
        <p14:creationId xmlns:p14="http://schemas.microsoft.com/office/powerpoint/2010/main" val="2090031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99754" y="348537"/>
            <a:ext cx="5113973" cy="639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000"/>
              </a:lnSpc>
              <a:buNone/>
            </a:pPr>
            <a:r>
              <a:rPr lang="en-US" sz="4000" i="1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Insights</a:t>
            </a:r>
            <a:endParaRPr lang="en-US" sz="4000" i="1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B20127-9E16-4104-2B0D-BE2ABDA79720}"/>
              </a:ext>
            </a:extLst>
          </p:cNvPr>
          <p:cNvSpPr/>
          <p:nvPr/>
        </p:nvSpPr>
        <p:spPr>
          <a:xfrm>
            <a:off x="12729411" y="7620714"/>
            <a:ext cx="1887754" cy="608886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green bar graph with black text&#10;&#10;Description automatically generated">
            <a:extLst>
              <a:ext uri="{FF2B5EF4-FFF2-40B4-BE49-F238E27FC236}">
                <a16:creationId xmlns:a16="http://schemas.microsoft.com/office/drawing/2014/main" id="{A986E9C6-1F7A-9853-0769-2C7083F2E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9820" y="3317478"/>
            <a:ext cx="4267798" cy="2550983"/>
          </a:xfrm>
          <a:prstGeom prst="rect">
            <a:avLst/>
          </a:prstGeom>
        </p:spPr>
      </p:pic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9EB8B671-305A-E135-F163-BA90521DAB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430" y="1199363"/>
            <a:ext cx="4060276" cy="260772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7548AA6-357C-4123-B522-B2C9370990FD}"/>
              </a:ext>
            </a:extLst>
          </p:cNvPr>
          <p:cNvSpPr txBox="1"/>
          <p:nvPr/>
        </p:nvSpPr>
        <p:spPr>
          <a:xfrm>
            <a:off x="5414211" y="1933280"/>
            <a:ext cx="7315200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3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 Room class </a:t>
            </a:r>
            <a:r>
              <a:rPr lang="en-US" sz="1800" b="1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Elite </a:t>
            </a:r>
            <a:r>
              <a:rPr lang="en-US" sz="18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Have Highest Bookings (50K)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F8A65B-AA1B-8DE0-02C2-FCA6AC46DB26}"/>
              </a:ext>
            </a:extLst>
          </p:cNvPr>
          <p:cNvSpPr txBox="1"/>
          <p:nvPr/>
        </p:nvSpPr>
        <p:spPr>
          <a:xfrm>
            <a:off x="1452782" y="4465948"/>
            <a:ext cx="7315200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3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Maximum of the Customers Booking Rooms via Others Platform (55K)</a:t>
            </a:r>
          </a:p>
        </p:txBody>
      </p:sp>
      <p:pic>
        <p:nvPicPr>
          <p:cNvPr id="6" name="Picture 5" descr="A diagram of a pie chart&#10;&#10;Description automatically generated">
            <a:extLst>
              <a:ext uri="{FF2B5EF4-FFF2-40B4-BE49-F238E27FC236}">
                <a16:creationId xmlns:a16="http://schemas.microsoft.com/office/drawing/2014/main" id="{F219D389-4E3D-2979-CF70-532E954670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098" y="5563388"/>
            <a:ext cx="4060276" cy="21488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1003B3-B0F4-D9AF-85CB-8FAD676053A2}"/>
              </a:ext>
            </a:extLst>
          </p:cNvPr>
          <p:cNvSpPr txBox="1"/>
          <p:nvPr/>
        </p:nvSpPr>
        <p:spPr>
          <a:xfrm>
            <a:off x="5252220" y="6375495"/>
            <a:ext cx="7315200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3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Most of the Customers Booking Luxury Hotels (84K)</a:t>
            </a:r>
          </a:p>
        </p:txBody>
      </p:sp>
    </p:spTree>
    <p:extLst>
      <p:ext uri="{BB962C8B-B14F-4D97-AF65-F5344CB8AC3E}">
        <p14:creationId xmlns:p14="http://schemas.microsoft.com/office/powerpoint/2010/main" val="548767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" grpId="0"/>
      <p:bldP spid="4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00888" y="1788688"/>
            <a:ext cx="4753570" cy="59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65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Dashboard</a:t>
            </a:r>
            <a:endParaRPr lang="en-US" sz="37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5E3D2A-EE37-7ABF-B460-886A7905CFCD}"/>
              </a:ext>
            </a:extLst>
          </p:cNvPr>
          <p:cNvSpPr/>
          <p:nvPr/>
        </p:nvSpPr>
        <p:spPr>
          <a:xfrm>
            <a:off x="12729411" y="7620714"/>
            <a:ext cx="1887754" cy="608886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0">
            <a:extLst>
              <a:ext uri="{FF2B5EF4-FFF2-40B4-BE49-F238E27FC236}">
                <a16:creationId xmlns:a16="http://schemas.microsoft.com/office/drawing/2014/main" id="{70EE3526-AE63-9B04-297A-F05F388188BC}"/>
              </a:ext>
            </a:extLst>
          </p:cNvPr>
          <p:cNvSpPr/>
          <p:nvPr/>
        </p:nvSpPr>
        <p:spPr>
          <a:xfrm>
            <a:off x="5335141" y="3998488"/>
            <a:ext cx="4753570" cy="59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65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  <a:hlinkClick r:id="rId3"/>
              </a:rPr>
              <a:t>Click Here To Dashboard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32671" y="750094"/>
            <a:ext cx="4345186" cy="543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250"/>
              </a:lnSpc>
              <a:buNone/>
            </a:pPr>
            <a:r>
              <a:rPr lang="en-US" sz="340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Recommendations</a:t>
            </a:r>
            <a:endParaRPr lang="en-US" sz="3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2671" y="1570196"/>
            <a:ext cx="923330" cy="147732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32940" y="1754862"/>
            <a:ext cx="2172533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Targeted Marketing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7332940" y="2137172"/>
            <a:ext cx="6651188" cy="590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Utilize customer insights to develop targeted marketing campaigns that attract specific customer segments, maximizing the effectiveness of marketing spend.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2671" y="3047524"/>
            <a:ext cx="923330" cy="147732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32940" y="3232190"/>
            <a:ext cx="2766536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Optimized Pricing Strategies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7332940" y="3614499"/>
            <a:ext cx="6651188" cy="590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Dynamically adjust pricing based on seasonal trends, demand fluctuations, and competitor pricing, ensuring that AtliQ Grands captures maximum revenue.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2671" y="4524851"/>
            <a:ext cx="923330" cy="14773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332940" y="4709517"/>
            <a:ext cx="2744629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Enhanced Customer Service</a:t>
            </a:r>
            <a:endParaRPr lang="en-US" sz="1700" dirty="0"/>
          </a:p>
        </p:txBody>
      </p:sp>
      <p:sp>
        <p:nvSpPr>
          <p:cNvPr id="12" name="Text 6"/>
          <p:cNvSpPr/>
          <p:nvPr/>
        </p:nvSpPr>
        <p:spPr>
          <a:xfrm>
            <a:off x="7332940" y="5091827"/>
            <a:ext cx="6651188" cy="590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Address customer feedback proactively and implement strategies to improve guest satisfaction, fostering loyalty and positive word-of-mouth marketing.</a:t>
            </a:r>
            <a:endParaRPr lang="en-US" sz="14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32671" y="6002179"/>
            <a:ext cx="923330" cy="147732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332940" y="6186845"/>
            <a:ext cx="2870240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Data-Driven Decision-Making</a:t>
            </a:r>
            <a:endParaRPr lang="en-US" sz="1700" dirty="0"/>
          </a:p>
        </p:txBody>
      </p:sp>
      <p:sp>
        <p:nvSpPr>
          <p:cNvPr id="15" name="Text 8"/>
          <p:cNvSpPr/>
          <p:nvPr/>
        </p:nvSpPr>
        <p:spPr>
          <a:xfrm>
            <a:off x="7332940" y="6569154"/>
            <a:ext cx="6651188" cy="590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Continuously monitor key performance indicators, analyze trends, and make data-driven decisions to optimize operations and drive growth.</a:t>
            </a:r>
            <a:endParaRPr lang="en-US" sz="14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D58056-1C46-7C05-4563-9563D9A64974}"/>
              </a:ext>
            </a:extLst>
          </p:cNvPr>
          <p:cNvSpPr/>
          <p:nvPr/>
        </p:nvSpPr>
        <p:spPr>
          <a:xfrm>
            <a:off x="12729411" y="7620714"/>
            <a:ext cx="1887754" cy="608886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F4D6313-529A-B50C-CB96-A3B84954C026}"/>
              </a:ext>
            </a:extLst>
          </p:cNvPr>
          <p:cNvSpPr txBox="1"/>
          <p:nvPr/>
        </p:nvSpPr>
        <p:spPr>
          <a:xfrm>
            <a:off x="5026576" y="1357755"/>
            <a:ext cx="4577247" cy="92333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" panose="02040604050505020304" pitchFamily="18" charset="0"/>
              </a:rPr>
              <a:t>  </a:t>
            </a:r>
            <a:r>
              <a:rPr lang="en-US" sz="5400" b="1" dirty="0">
                <a:latin typeface="Century" panose="02040604050505020304" pitchFamily="18" charset="0"/>
              </a:rPr>
              <a:t>Thank You</a:t>
            </a:r>
            <a:endParaRPr lang="en-US" sz="4000" b="1" dirty="0">
              <a:latin typeface="Century" panose="020406040505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D10A60-7B05-AB6D-A8D0-AA3043E08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87" y="60591"/>
            <a:ext cx="526456" cy="5710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2549436-4A9F-3B35-874D-611E9DC38B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00330" y="4707"/>
            <a:ext cx="816835" cy="81683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A5E088F-996F-A3EC-C89D-02C21AEECEC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072" r="9036"/>
          <a:stretch/>
        </p:blipFill>
        <p:spPr>
          <a:xfrm>
            <a:off x="7615989" y="2772277"/>
            <a:ext cx="4836695" cy="356129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F1061A1-144B-972B-422E-E15C59B110A8}"/>
              </a:ext>
            </a:extLst>
          </p:cNvPr>
          <p:cNvSpPr txBox="1"/>
          <p:nvPr/>
        </p:nvSpPr>
        <p:spPr>
          <a:xfrm>
            <a:off x="7590184" y="6654759"/>
            <a:ext cx="569267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latin typeface="Century" panose="02040604050505020304" pitchFamily="18" charset="0"/>
              </a:rPr>
              <a:t>DHAVAL PATEL SIR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245B395-04A0-FFF7-D9AA-5BD368AF96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4180" y="3127675"/>
            <a:ext cx="3282505" cy="328250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6DEC3F3-AAFB-F4CB-EFA1-4A67FD67C679}"/>
              </a:ext>
            </a:extLst>
          </p:cNvPr>
          <p:cNvSpPr txBox="1"/>
          <p:nvPr/>
        </p:nvSpPr>
        <p:spPr>
          <a:xfrm>
            <a:off x="2091750" y="6671216"/>
            <a:ext cx="452736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latin typeface="Century" panose="02040604050505020304" pitchFamily="18" charset="0"/>
              </a:rPr>
              <a:t>HEMANAND SIR  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AA42B90-2319-0B65-B1E2-FEE00FF178E7}"/>
              </a:ext>
            </a:extLst>
          </p:cNvPr>
          <p:cNvSpPr/>
          <p:nvPr/>
        </p:nvSpPr>
        <p:spPr>
          <a:xfrm>
            <a:off x="12729411" y="7620714"/>
            <a:ext cx="1887754" cy="608886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4" grpId="0"/>
      <p:bldP spid="1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489</Words>
  <Application>Microsoft Office PowerPoint</Application>
  <PresentationFormat>Custom</PresentationFormat>
  <Paragraphs>99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Roboto Medium</vt:lpstr>
      <vt:lpstr>Roboto Light</vt:lpstr>
      <vt:lpstr>Century</vt:lpstr>
      <vt:lpstr>Arial</vt:lpstr>
      <vt:lpstr>Red Hat Text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HP ELITE BOOK</cp:lastModifiedBy>
  <cp:revision>42</cp:revision>
  <dcterms:created xsi:type="dcterms:W3CDTF">2024-10-15T15:09:59Z</dcterms:created>
  <dcterms:modified xsi:type="dcterms:W3CDTF">2024-10-16T03:02:49Z</dcterms:modified>
</cp:coreProperties>
</file>